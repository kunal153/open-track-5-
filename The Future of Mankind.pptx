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1" r:id="rId2"/>
  </p:sldMasterIdLst>
  <p:sldIdLst>
    <p:sldId id="256" r:id="rId3"/>
    <p:sldId id="257" r:id="rId4"/>
    <p:sldId id="261" r:id="rId5"/>
    <p:sldId id="266" r:id="rId6"/>
    <p:sldId id="258" r:id="rId7"/>
    <p:sldId id="259" r:id="rId8"/>
    <p:sldId id="260" r:id="rId9"/>
    <p:sldId id="263" r:id="rId10"/>
    <p:sldId id="262" r:id="rId11"/>
    <p:sldId id="264"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3" r:id="rId29"/>
    <p:sldId id="282"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malakar Chaudhari" initials="KC" lastIdx="2" clrIdx="0">
    <p:extLst>
      <p:ext uri="{19B8F6BF-5375-455C-9EA6-DF929625EA0E}">
        <p15:presenceInfo xmlns:p15="http://schemas.microsoft.com/office/powerpoint/2012/main" userId="b5f0db8525d8f68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291" autoAdjust="0"/>
  </p:normalViewPr>
  <p:slideViewPr>
    <p:cSldViewPr snapToGrid="0">
      <p:cViewPr varScale="1">
        <p:scale>
          <a:sx n="64" d="100"/>
          <a:sy n="64" d="100"/>
        </p:scale>
        <p:origin x="954"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1" Type="http://schemas.openxmlformats.org/officeDocument/2006/relationships/image" Target="../media/image6.jpg"/></Relationships>
</file>

<file path=ppt/diagrams/_rels/drawing2.xml.rels><?xml version="1.0" encoding="UTF-8" standalone="yes"?>
<Relationships xmlns="http://schemas.openxmlformats.org/package/2006/relationships"><Relationship Id="rId1" Type="http://schemas.openxmlformats.org/officeDocument/2006/relationships/image" Target="../media/image6.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1D40C4-84C9-490D-8CB7-77FCA1FCA8FD}" type="doc">
      <dgm:prSet loTypeId="urn:microsoft.com/office/officeart/2005/8/layout/orgChart1" loCatId="hierarchy" qsTypeId="urn:microsoft.com/office/officeart/2005/8/quickstyle/simple2" qsCatId="simple" csTypeId="urn:microsoft.com/office/officeart/2005/8/colors/accent1_2" csCatId="accent1" phldr="1"/>
      <dgm:spPr/>
      <dgm:t>
        <a:bodyPr/>
        <a:lstStyle/>
        <a:p>
          <a:endParaRPr lang="en-IN"/>
        </a:p>
      </dgm:t>
    </dgm:pt>
    <dgm:pt modelId="{E9AE9F01-8B13-4DED-BCAC-418E5968231A}">
      <dgm:prSet/>
      <dgm:spPr>
        <a:ln>
          <a:solidFill>
            <a:schemeClr val="accent1"/>
          </a:solidFill>
        </a:ln>
      </dgm:spPr>
      <dgm:t>
        <a:bodyPr/>
        <a:lstStyle/>
        <a:p>
          <a:r>
            <a:rPr lang="en-IN" b="1" i="1" dirty="0">
              <a:solidFill>
                <a:schemeClr val="accent4"/>
              </a:solidFill>
            </a:rPr>
            <a:t>Nikolai Semenovich Kardashev. 25 April 1932 – 3 August 2019) was a Soviet and Russian astrophysicist, Doctor of Physical and Mathematical Sciences, and the deputy director of the Astro Space Center of PN Lebedev Physical Institute of the Russian Academy of Sciences in Moscow.</a:t>
          </a:r>
          <a:endParaRPr lang="en-IN" dirty="0">
            <a:solidFill>
              <a:schemeClr val="accent4"/>
            </a:solidFill>
          </a:endParaRPr>
        </a:p>
      </dgm:t>
    </dgm:pt>
    <dgm:pt modelId="{D5FA3FA2-FAF7-4DD6-B567-C0F49C40FCC7}" type="parTrans" cxnId="{32F7567D-7201-47DD-82FC-B1488EE6E9E3}">
      <dgm:prSet/>
      <dgm:spPr/>
      <dgm:t>
        <a:bodyPr/>
        <a:lstStyle/>
        <a:p>
          <a:endParaRPr lang="en-IN"/>
        </a:p>
      </dgm:t>
    </dgm:pt>
    <dgm:pt modelId="{3C662625-91ED-4C5C-9088-857057CF7B99}" type="sibTrans" cxnId="{32F7567D-7201-47DD-82FC-B1488EE6E9E3}">
      <dgm:prSet/>
      <dgm:spPr/>
      <dgm:t>
        <a:bodyPr/>
        <a:lstStyle/>
        <a:p>
          <a:endParaRPr lang="en-IN"/>
        </a:p>
      </dgm:t>
    </dgm:pt>
    <dgm:pt modelId="{59885858-CBF0-4D55-984E-527AE70478DF}" type="pres">
      <dgm:prSet presAssocID="{5E1D40C4-84C9-490D-8CB7-77FCA1FCA8FD}" presName="hierChild1" presStyleCnt="0">
        <dgm:presLayoutVars>
          <dgm:orgChart val="1"/>
          <dgm:chPref val="1"/>
          <dgm:dir/>
          <dgm:animOne val="branch"/>
          <dgm:animLvl val="lvl"/>
          <dgm:resizeHandles/>
        </dgm:presLayoutVars>
      </dgm:prSet>
      <dgm:spPr/>
    </dgm:pt>
    <dgm:pt modelId="{28FA8AFE-0241-4BA3-A0B7-4196622E67EE}" type="pres">
      <dgm:prSet presAssocID="{E9AE9F01-8B13-4DED-BCAC-418E5968231A}" presName="hierRoot1" presStyleCnt="0">
        <dgm:presLayoutVars>
          <dgm:hierBranch val="init"/>
        </dgm:presLayoutVars>
      </dgm:prSet>
      <dgm:spPr/>
    </dgm:pt>
    <dgm:pt modelId="{8F81D4C2-C643-4DC8-ACD9-64EB7A653E91}" type="pres">
      <dgm:prSet presAssocID="{E9AE9F01-8B13-4DED-BCAC-418E5968231A}" presName="rootComposite1" presStyleCnt="0"/>
      <dgm:spPr/>
    </dgm:pt>
    <dgm:pt modelId="{E0CBAAF0-7E2B-4466-846A-A2CE40907C3A}" type="pres">
      <dgm:prSet presAssocID="{E9AE9F01-8B13-4DED-BCAC-418E5968231A}" presName="rootText1" presStyleLbl="node0" presStyleIdx="0" presStyleCnt="1">
        <dgm:presLayoutVars>
          <dgm:chPref val="3"/>
        </dgm:presLayoutVars>
      </dgm:prSet>
      <dgm:spPr/>
    </dgm:pt>
    <dgm:pt modelId="{A2051419-8BA4-4398-A862-1996E2667D84}" type="pres">
      <dgm:prSet presAssocID="{E9AE9F01-8B13-4DED-BCAC-418E5968231A}" presName="rootConnector1" presStyleLbl="node1" presStyleIdx="0" presStyleCnt="0"/>
      <dgm:spPr/>
    </dgm:pt>
    <dgm:pt modelId="{FB6D8242-8F7D-42DF-8E13-0ACEA134B2B0}" type="pres">
      <dgm:prSet presAssocID="{E9AE9F01-8B13-4DED-BCAC-418E5968231A}" presName="hierChild2" presStyleCnt="0"/>
      <dgm:spPr/>
    </dgm:pt>
    <dgm:pt modelId="{A6E398F2-359C-4782-8999-DB0CC8AED660}" type="pres">
      <dgm:prSet presAssocID="{E9AE9F01-8B13-4DED-BCAC-418E5968231A}" presName="hierChild3" presStyleCnt="0"/>
      <dgm:spPr/>
    </dgm:pt>
  </dgm:ptLst>
  <dgm:cxnLst>
    <dgm:cxn modelId="{6F838F25-E207-4FCF-BACF-68C3471A58F7}" type="presOf" srcId="{5E1D40C4-84C9-490D-8CB7-77FCA1FCA8FD}" destId="{59885858-CBF0-4D55-984E-527AE70478DF}" srcOrd="0" destOrd="0" presId="urn:microsoft.com/office/officeart/2005/8/layout/orgChart1"/>
    <dgm:cxn modelId="{32F7567D-7201-47DD-82FC-B1488EE6E9E3}" srcId="{5E1D40C4-84C9-490D-8CB7-77FCA1FCA8FD}" destId="{E9AE9F01-8B13-4DED-BCAC-418E5968231A}" srcOrd="0" destOrd="0" parTransId="{D5FA3FA2-FAF7-4DD6-B567-C0F49C40FCC7}" sibTransId="{3C662625-91ED-4C5C-9088-857057CF7B99}"/>
    <dgm:cxn modelId="{A0A862DA-7A38-4517-8DC7-93A1B4535E87}" type="presOf" srcId="{E9AE9F01-8B13-4DED-BCAC-418E5968231A}" destId="{E0CBAAF0-7E2B-4466-846A-A2CE40907C3A}" srcOrd="0" destOrd="0" presId="urn:microsoft.com/office/officeart/2005/8/layout/orgChart1"/>
    <dgm:cxn modelId="{000FF3DF-D27E-4450-8394-426F7BAC26C4}" type="presOf" srcId="{E9AE9F01-8B13-4DED-BCAC-418E5968231A}" destId="{A2051419-8BA4-4398-A862-1996E2667D84}" srcOrd="1" destOrd="0" presId="urn:microsoft.com/office/officeart/2005/8/layout/orgChart1"/>
    <dgm:cxn modelId="{3E940095-C7EC-407E-883F-20A05C6C2BA8}" type="presParOf" srcId="{59885858-CBF0-4D55-984E-527AE70478DF}" destId="{28FA8AFE-0241-4BA3-A0B7-4196622E67EE}" srcOrd="0" destOrd="0" presId="urn:microsoft.com/office/officeart/2005/8/layout/orgChart1"/>
    <dgm:cxn modelId="{CE1783C9-C32A-4296-B6A4-E4CF88857DA1}" type="presParOf" srcId="{28FA8AFE-0241-4BA3-A0B7-4196622E67EE}" destId="{8F81D4C2-C643-4DC8-ACD9-64EB7A653E91}" srcOrd="0" destOrd="0" presId="urn:microsoft.com/office/officeart/2005/8/layout/orgChart1"/>
    <dgm:cxn modelId="{B9B46E2A-6608-422A-AFBA-E5F8A6816ACD}" type="presParOf" srcId="{8F81D4C2-C643-4DC8-ACD9-64EB7A653E91}" destId="{E0CBAAF0-7E2B-4466-846A-A2CE40907C3A}" srcOrd="0" destOrd="0" presId="urn:microsoft.com/office/officeart/2005/8/layout/orgChart1"/>
    <dgm:cxn modelId="{E5DD9B19-1BCF-421D-84F8-50D8232644C7}" type="presParOf" srcId="{8F81D4C2-C643-4DC8-ACD9-64EB7A653E91}" destId="{A2051419-8BA4-4398-A862-1996E2667D84}" srcOrd="1" destOrd="0" presId="urn:microsoft.com/office/officeart/2005/8/layout/orgChart1"/>
    <dgm:cxn modelId="{9466486C-9259-4D7A-9B33-3AEDA01FFE14}" type="presParOf" srcId="{28FA8AFE-0241-4BA3-A0B7-4196622E67EE}" destId="{FB6D8242-8F7D-42DF-8E13-0ACEA134B2B0}" srcOrd="1" destOrd="0" presId="urn:microsoft.com/office/officeart/2005/8/layout/orgChart1"/>
    <dgm:cxn modelId="{AE4604E0-5614-470B-873C-ACB1DE6813C6}" type="presParOf" srcId="{28FA8AFE-0241-4BA3-A0B7-4196622E67EE}" destId="{A6E398F2-359C-4782-8999-DB0CC8AED66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0AA9B0-E604-4855-8202-E2A5A6CFAE99}"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7718B696-52C5-48A0-A521-628A4DE9504E}">
      <dgm:prSet custT="1"/>
      <dgm:spPr>
        <a:ln>
          <a:solidFill>
            <a:schemeClr val="accent1"/>
          </a:solidFill>
        </a:ln>
      </dgm:spPr>
      <dgm:t>
        <a:bodyPr/>
        <a:lstStyle/>
        <a:p>
          <a:r>
            <a:rPr lang="en-IN" sz="3200" b="1" i="1" dirty="0">
              <a:solidFill>
                <a:schemeClr val="accent4"/>
              </a:solidFill>
            </a:rPr>
            <a:t>Who is Nikolai Kardashev?</a:t>
          </a:r>
          <a:endParaRPr lang="en-IN" sz="3200" dirty="0">
            <a:solidFill>
              <a:schemeClr val="accent4"/>
            </a:solidFill>
          </a:endParaRPr>
        </a:p>
      </dgm:t>
    </dgm:pt>
    <dgm:pt modelId="{0AA5DA40-A72E-4458-9AB2-88FFEAAC5320}" type="parTrans" cxnId="{CC4E0AD6-6179-440E-B82D-E10BEAC7BD8B}">
      <dgm:prSet/>
      <dgm:spPr/>
      <dgm:t>
        <a:bodyPr/>
        <a:lstStyle/>
        <a:p>
          <a:endParaRPr lang="en-IN"/>
        </a:p>
      </dgm:t>
    </dgm:pt>
    <dgm:pt modelId="{B6A0C14A-0287-4A5B-BCA1-F223AE1D9FBA}" type="sibTrans" cxnId="{CC4E0AD6-6179-440E-B82D-E10BEAC7BD8B}">
      <dgm:prSet/>
      <dgm:spPr/>
      <dgm:t>
        <a:bodyPr/>
        <a:lstStyle/>
        <a:p>
          <a:endParaRPr lang="en-IN"/>
        </a:p>
      </dgm:t>
    </dgm:pt>
    <dgm:pt modelId="{C25906D2-CC30-422A-A6D4-267E0F02EFD3}" type="pres">
      <dgm:prSet presAssocID="{D70AA9B0-E604-4855-8202-E2A5A6CFAE99}" presName="linearFlow" presStyleCnt="0">
        <dgm:presLayoutVars>
          <dgm:dir/>
          <dgm:resizeHandles val="exact"/>
        </dgm:presLayoutVars>
      </dgm:prSet>
      <dgm:spPr/>
    </dgm:pt>
    <dgm:pt modelId="{BF9CA807-E343-4565-A55D-2C59A662465D}" type="pres">
      <dgm:prSet presAssocID="{7718B696-52C5-48A0-A521-628A4DE9504E}" presName="composite" presStyleCnt="0"/>
      <dgm:spPr/>
    </dgm:pt>
    <dgm:pt modelId="{F99D1A94-ADC9-48F8-BA7A-62F7B9315297}" type="pres">
      <dgm:prSet presAssocID="{7718B696-52C5-48A0-A521-628A4DE9504E}" presName="imgShp" presStyleLbl="fg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t="-13000" b="-13000"/>
          </a:stretch>
        </a:blipFill>
        <a:ln>
          <a:solidFill>
            <a:schemeClr val="accent1"/>
          </a:solidFill>
        </a:ln>
      </dgm:spPr>
    </dgm:pt>
    <dgm:pt modelId="{508C52A1-1DF9-478A-B3AE-6EDA8B7D5734}" type="pres">
      <dgm:prSet presAssocID="{7718B696-52C5-48A0-A521-628A4DE9504E}" presName="txShp" presStyleLbl="node1" presStyleIdx="0" presStyleCnt="1" custLinFactNeighborX="-383" custLinFactNeighborY="1963">
        <dgm:presLayoutVars>
          <dgm:bulletEnabled val="1"/>
        </dgm:presLayoutVars>
      </dgm:prSet>
      <dgm:spPr/>
    </dgm:pt>
  </dgm:ptLst>
  <dgm:cxnLst>
    <dgm:cxn modelId="{EC23EB6F-52C9-450D-B5D2-0E25E6A19EA3}" type="presOf" srcId="{D70AA9B0-E604-4855-8202-E2A5A6CFAE99}" destId="{C25906D2-CC30-422A-A6D4-267E0F02EFD3}" srcOrd="0" destOrd="0" presId="urn:microsoft.com/office/officeart/2005/8/layout/vList3"/>
    <dgm:cxn modelId="{96CE638A-315F-414D-8C2A-2753A3990D88}" type="presOf" srcId="{7718B696-52C5-48A0-A521-628A4DE9504E}" destId="{508C52A1-1DF9-478A-B3AE-6EDA8B7D5734}" srcOrd="0" destOrd="0" presId="urn:microsoft.com/office/officeart/2005/8/layout/vList3"/>
    <dgm:cxn modelId="{CC4E0AD6-6179-440E-B82D-E10BEAC7BD8B}" srcId="{D70AA9B0-E604-4855-8202-E2A5A6CFAE99}" destId="{7718B696-52C5-48A0-A521-628A4DE9504E}" srcOrd="0" destOrd="0" parTransId="{0AA5DA40-A72E-4458-9AB2-88FFEAAC5320}" sibTransId="{B6A0C14A-0287-4A5B-BCA1-F223AE1D9FBA}"/>
    <dgm:cxn modelId="{0E52618E-191B-4D66-94BF-88D6F34B523F}" type="presParOf" srcId="{C25906D2-CC30-422A-A6D4-267E0F02EFD3}" destId="{BF9CA807-E343-4565-A55D-2C59A662465D}" srcOrd="0" destOrd="0" presId="urn:microsoft.com/office/officeart/2005/8/layout/vList3"/>
    <dgm:cxn modelId="{5B836CD1-1940-4106-AD23-14C358BC6AA3}" type="presParOf" srcId="{BF9CA807-E343-4565-A55D-2C59A662465D}" destId="{F99D1A94-ADC9-48F8-BA7A-62F7B9315297}" srcOrd="0" destOrd="0" presId="urn:microsoft.com/office/officeart/2005/8/layout/vList3"/>
    <dgm:cxn modelId="{FBE3D567-90B2-4A87-AF06-843E790E372C}" type="presParOf" srcId="{BF9CA807-E343-4565-A55D-2C59A662465D}" destId="{508C52A1-1DF9-478A-B3AE-6EDA8B7D5734}"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82E027-08E3-4182-8AEB-E824B2594C5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B7736B26-0FEC-49C6-93D9-8E365974C29E}">
      <dgm:prSet/>
      <dgm:spPr>
        <a:ln>
          <a:solidFill>
            <a:schemeClr val="accent5"/>
          </a:solidFill>
        </a:ln>
      </dgm:spPr>
      <dgm:t>
        <a:bodyPr/>
        <a:lstStyle/>
        <a:p>
          <a:pPr algn="ctr"/>
          <a:r>
            <a:rPr lang="en-IN" b="1" i="1" dirty="0">
              <a:solidFill>
                <a:schemeClr val="accent4"/>
              </a:solidFill>
            </a:rPr>
            <a:t>So What is Basically the Kardashev scale ?</a:t>
          </a:r>
          <a:endParaRPr lang="en-IN" dirty="0">
            <a:solidFill>
              <a:schemeClr val="accent4"/>
            </a:solidFill>
          </a:endParaRPr>
        </a:p>
      </dgm:t>
    </dgm:pt>
    <dgm:pt modelId="{7E97192B-D659-4162-B88B-A6739D114219}" type="parTrans" cxnId="{CCC9DEAE-6CCA-4E53-9E81-9B4E1727543F}">
      <dgm:prSet/>
      <dgm:spPr/>
      <dgm:t>
        <a:bodyPr/>
        <a:lstStyle/>
        <a:p>
          <a:endParaRPr lang="en-IN"/>
        </a:p>
      </dgm:t>
    </dgm:pt>
    <dgm:pt modelId="{2778C2A7-4EA5-4266-9B3B-EAB7D85C4064}" type="sibTrans" cxnId="{CCC9DEAE-6CCA-4E53-9E81-9B4E1727543F}">
      <dgm:prSet/>
      <dgm:spPr/>
      <dgm:t>
        <a:bodyPr/>
        <a:lstStyle/>
        <a:p>
          <a:endParaRPr lang="en-IN"/>
        </a:p>
      </dgm:t>
    </dgm:pt>
    <dgm:pt modelId="{0EABBB3A-D707-47FC-B613-18B97AF9DA0B}" type="pres">
      <dgm:prSet presAssocID="{C082E027-08E3-4182-8AEB-E824B2594C54}" presName="linear" presStyleCnt="0">
        <dgm:presLayoutVars>
          <dgm:animLvl val="lvl"/>
          <dgm:resizeHandles val="exact"/>
        </dgm:presLayoutVars>
      </dgm:prSet>
      <dgm:spPr/>
    </dgm:pt>
    <dgm:pt modelId="{D9C74DE7-8EF4-4A66-809F-2447866DEF37}" type="pres">
      <dgm:prSet presAssocID="{B7736B26-0FEC-49C6-93D9-8E365974C29E}" presName="parentText" presStyleLbl="node1" presStyleIdx="0" presStyleCnt="1">
        <dgm:presLayoutVars>
          <dgm:chMax val="0"/>
          <dgm:bulletEnabled val="1"/>
        </dgm:presLayoutVars>
      </dgm:prSet>
      <dgm:spPr/>
    </dgm:pt>
  </dgm:ptLst>
  <dgm:cxnLst>
    <dgm:cxn modelId="{DC0A2D0D-813D-4E48-88FA-8818BDAFAEF0}" type="presOf" srcId="{B7736B26-0FEC-49C6-93D9-8E365974C29E}" destId="{D9C74DE7-8EF4-4A66-809F-2447866DEF37}" srcOrd="0" destOrd="0" presId="urn:microsoft.com/office/officeart/2005/8/layout/vList2"/>
    <dgm:cxn modelId="{CCC9DEAE-6CCA-4E53-9E81-9B4E1727543F}" srcId="{C082E027-08E3-4182-8AEB-E824B2594C54}" destId="{B7736B26-0FEC-49C6-93D9-8E365974C29E}" srcOrd="0" destOrd="0" parTransId="{7E97192B-D659-4162-B88B-A6739D114219}" sibTransId="{2778C2A7-4EA5-4266-9B3B-EAB7D85C4064}"/>
    <dgm:cxn modelId="{B29A41D1-B4B4-481C-BEF5-92C2D904D490}" type="presOf" srcId="{C082E027-08E3-4182-8AEB-E824B2594C54}" destId="{0EABBB3A-D707-47FC-B613-18B97AF9DA0B}" srcOrd="0" destOrd="0" presId="urn:microsoft.com/office/officeart/2005/8/layout/vList2"/>
    <dgm:cxn modelId="{89D4F999-DA23-4266-9B51-BDE58A5B718E}" type="presParOf" srcId="{0EABBB3A-D707-47FC-B613-18B97AF9DA0B}" destId="{D9C74DE7-8EF4-4A66-809F-2447866DEF3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B2A7BD-03C6-454B-9E3E-EABE4B4ED10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745F5655-93DF-478B-B8D4-4ACCE782D760}">
      <dgm:prSet custT="1"/>
      <dgm:spPr>
        <a:ln>
          <a:solidFill>
            <a:schemeClr val="accent1"/>
          </a:solidFill>
        </a:ln>
      </dgm:spPr>
      <dgm:t>
        <a:bodyPr/>
        <a:lstStyle/>
        <a:p>
          <a:r>
            <a:rPr lang="en-IN" sz="2000" b="1" i="1" dirty="0">
              <a:solidFill>
                <a:schemeClr val="accent4"/>
              </a:solidFill>
            </a:rPr>
            <a:t>The Kardashev scale is a method of measuring a civilization's level of technological advancement based on the amount of energy they are able to use. The measure was proposed by Soviet astronomer Nikolai Kardashev in 1964.[1] The scale has three designated categories:</a:t>
          </a:r>
          <a:br>
            <a:rPr lang="en-IN" sz="2000" b="1" i="1" dirty="0">
              <a:solidFill>
                <a:schemeClr val="accent4"/>
              </a:solidFill>
            </a:rPr>
          </a:br>
          <a:br>
            <a:rPr lang="en-IN" sz="2000" b="1" i="1" dirty="0">
              <a:solidFill>
                <a:schemeClr val="accent4"/>
              </a:solidFill>
            </a:rPr>
          </a:br>
          <a:r>
            <a:rPr lang="en-IN" sz="2000" b="1" i="1" dirty="0">
              <a:solidFill>
                <a:schemeClr val="accent4"/>
              </a:solidFill>
            </a:rPr>
            <a:t>A Type I civilization, also called a planetary civilization—can use and store all of the energy available on its planet.</a:t>
          </a:r>
          <a:br>
            <a:rPr lang="en-IN" sz="2000" b="1" i="1" dirty="0">
              <a:solidFill>
                <a:schemeClr val="accent4"/>
              </a:solidFill>
            </a:rPr>
          </a:br>
          <a:endParaRPr lang="en-IN" sz="2000" b="1" i="1" dirty="0">
            <a:solidFill>
              <a:schemeClr val="accent4"/>
            </a:solidFill>
          </a:endParaRPr>
        </a:p>
        <a:p>
          <a:r>
            <a:rPr lang="en-IN" sz="2000" b="1" i="1" dirty="0">
              <a:solidFill>
                <a:schemeClr val="accent4"/>
              </a:solidFill>
            </a:rPr>
            <a:t>A Type II civilization, also called a stellar civilization—can use and control energy at the scale of its planetary system.</a:t>
          </a:r>
          <a:br>
            <a:rPr lang="en-IN" sz="2000" b="1" i="1" dirty="0">
              <a:solidFill>
                <a:schemeClr val="accent4"/>
              </a:solidFill>
            </a:rPr>
          </a:br>
          <a:endParaRPr lang="en-IN" sz="2000" b="1" i="1" dirty="0">
            <a:solidFill>
              <a:schemeClr val="accent4"/>
            </a:solidFill>
          </a:endParaRPr>
        </a:p>
        <a:p>
          <a:r>
            <a:rPr lang="en-IN" sz="2000" b="1" i="1" dirty="0">
              <a:solidFill>
                <a:schemeClr val="accent4"/>
              </a:solidFill>
            </a:rPr>
            <a:t>A Type III civilization, also called a galactic civilization—can control energy at the scale of its entire host galaxy.</a:t>
          </a:r>
          <a:endParaRPr lang="en-IN" sz="2000" dirty="0">
            <a:solidFill>
              <a:schemeClr val="accent4"/>
            </a:solidFill>
          </a:endParaRPr>
        </a:p>
      </dgm:t>
    </dgm:pt>
    <dgm:pt modelId="{BBAE7686-680E-42E1-80E7-64CAD3FDA57F}" type="parTrans" cxnId="{14A622E2-77B9-46F5-B2F5-67342B00A20B}">
      <dgm:prSet/>
      <dgm:spPr/>
      <dgm:t>
        <a:bodyPr/>
        <a:lstStyle/>
        <a:p>
          <a:endParaRPr lang="en-IN"/>
        </a:p>
      </dgm:t>
    </dgm:pt>
    <dgm:pt modelId="{361F2004-ACA7-4790-A98C-2E6E02108404}" type="sibTrans" cxnId="{14A622E2-77B9-46F5-B2F5-67342B00A20B}">
      <dgm:prSet/>
      <dgm:spPr/>
      <dgm:t>
        <a:bodyPr/>
        <a:lstStyle/>
        <a:p>
          <a:endParaRPr lang="en-IN"/>
        </a:p>
      </dgm:t>
    </dgm:pt>
    <dgm:pt modelId="{289AEF93-AD79-414F-9BB6-D11993881B73}" type="pres">
      <dgm:prSet presAssocID="{5CB2A7BD-03C6-454B-9E3E-EABE4B4ED109}" presName="linear" presStyleCnt="0">
        <dgm:presLayoutVars>
          <dgm:animLvl val="lvl"/>
          <dgm:resizeHandles val="exact"/>
        </dgm:presLayoutVars>
      </dgm:prSet>
      <dgm:spPr/>
    </dgm:pt>
    <dgm:pt modelId="{B47D3BE6-E7A7-4D9F-B311-49808126C8FF}" type="pres">
      <dgm:prSet presAssocID="{745F5655-93DF-478B-B8D4-4ACCE782D760}" presName="parentText" presStyleLbl="node1" presStyleIdx="0" presStyleCnt="1" custLinFactNeighborX="277" custLinFactNeighborY="424">
        <dgm:presLayoutVars>
          <dgm:chMax val="0"/>
          <dgm:bulletEnabled val="1"/>
        </dgm:presLayoutVars>
      </dgm:prSet>
      <dgm:spPr/>
    </dgm:pt>
  </dgm:ptLst>
  <dgm:cxnLst>
    <dgm:cxn modelId="{83C09A63-0B29-4A44-80C6-9CF3FF780373}" type="presOf" srcId="{5CB2A7BD-03C6-454B-9E3E-EABE4B4ED109}" destId="{289AEF93-AD79-414F-9BB6-D11993881B73}" srcOrd="0" destOrd="0" presId="urn:microsoft.com/office/officeart/2005/8/layout/vList2"/>
    <dgm:cxn modelId="{14A622E2-77B9-46F5-B2F5-67342B00A20B}" srcId="{5CB2A7BD-03C6-454B-9E3E-EABE4B4ED109}" destId="{745F5655-93DF-478B-B8D4-4ACCE782D760}" srcOrd="0" destOrd="0" parTransId="{BBAE7686-680E-42E1-80E7-64CAD3FDA57F}" sibTransId="{361F2004-ACA7-4790-A98C-2E6E02108404}"/>
    <dgm:cxn modelId="{8FC130F3-1BE7-4BD3-863A-86A10F5CDCE7}" type="presOf" srcId="{745F5655-93DF-478B-B8D4-4ACCE782D760}" destId="{B47D3BE6-E7A7-4D9F-B311-49808126C8FF}" srcOrd="0" destOrd="0" presId="urn:microsoft.com/office/officeart/2005/8/layout/vList2"/>
    <dgm:cxn modelId="{14B1D347-9657-4A68-B976-C034875B320E}" type="presParOf" srcId="{289AEF93-AD79-414F-9BB6-D11993881B73}" destId="{B47D3BE6-E7A7-4D9F-B311-49808126C8FF}"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4058292-5E1F-428A-8EA2-EA3BDCE3D04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8CBEECF5-AD49-44CD-A677-8241EBF8D11E}">
      <dgm:prSet/>
      <dgm:spPr>
        <a:ln>
          <a:solidFill>
            <a:schemeClr val="accent1"/>
          </a:solidFill>
        </a:ln>
      </dgm:spPr>
      <dgm:t>
        <a:bodyPr/>
        <a:lstStyle/>
        <a:p>
          <a:r>
            <a:rPr lang="en-IN" b="1" i="0" dirty="0">
              <a:solidFill>
                <a:schemeClr val="accent4"/>
              </a:solidFill>
            </a:rPr>
            <a:t>Current status of human civilization</a:t>
          </a:r>
          <a:endParaRPr lang="en-IN" dirty="0">
            <a:solidFill>
              <a:schemeClr val="accent4"/>
            </a:solidFill>
          </a:endParaRPr>
        </a:p>
      </dgm:t>
    </dgm:pt>
    <dgm:pt modelId="{6FD14BC3-4046-4F28-BCCA-BFAF6BC7759E}" type="parTrans" cxnId="{D36E4226-1EAD-457C-9EAF-D43E07F3568C}">
      <dgm:prSet/>
      <dgm:spPr/>
      <dgm:t>
        <a:bodyPr/>
        <a:lstStyle/>
        <a:p>
          <a:endParaRPr lang="en-IN"/>
        </a:p>
      </dgm:t>
    </dgm:pt>
    <dgm:pt modelId="{60A4D0DB-2E5B-4267-A813-6FA50AB3917C}" type="sibTrans" cxnId="{D36E4226-1EAD-457C-9EAF-D43E07F3568C}">
      <dgm:prSet/>
      <dgm:spPr/>
      <dgm:t>
        <a:bodyPr/>
        <a:lstStyle/>
        <a:p>
          <a:endParaRPr lang="en-IN"/>
        </a:p>
      </dgm:t>
    </dgm:pt>
    <dgm:pt modelId="{E938F287-C4D0-4AFE-9A83-E846B3ABA2FD}" type="pres">
      <dgm:prSet presAssocID="{D4058292-5E1F-428A-8EA2-EA3BDCE3D045}" presName="Name0" presStyleCnt="0">
        <dgm:presLayoutVars>
          <dgm:dir/>
          <dgm:animLvl val="lvl"/>
          <dgm:resizeHandles val="exact"/>
        </dgm:presLayoutVars>
      </dgm:prSet>
      <dgm:spPr/>
    </dgm:pt>
    <dgm:pt modelId="{709FD4E0-7E47-4B4D-90F0-654CB9FCD661}" type="pres">
      <dgm:prSet presAssocID="{8CBEECF5-AD49-44CD-A677-8241EBF8D11E}" presName="linNode" presStyleCnt="0"/>
      <dgm:spPr/>
    </dgm:pt>
    <dgm:pt modelId="{15CD4318-53F2-4BE4-AABF-16BA2713B668}" type="pres">
      <dgm:prSet presAssocID="{8CBEECF5-AD49-44CD-A677-8241EBF8D11E}" presName="parentText" presStyleLbl="node1" presStyleIdx="0" presStyleCnt="1" custScaleX="141368" custLinFactNeighborX="-29004" custLinFactNeighborY="1092">
        <dgm:presLayoutVars>
          <dgm:chMax val="1"/>
          <dgm:bulletEnabled val="1"/>
        </dgm:presLayoutVars>
      </dgm:prSet>
      <dgm:spPr/>
    </dgm:pt>
  </dgm:ptLst>
  <dgm:cxnLst>
    <dgm:cxn modelId="{D36E4226-1EAD-457C-9EAF-D43E07F3568C}" srcId="{D4058292-5E1F-428A-8EA2-EA3BDCE3D045}" destId="{8CBEECF5-AD49-44CD-A677-8241EBF8D11E}" srcOrd="0" destOrd="0" parTransId="{6FD14BC3-4046-4F28-BCCA-BFAF6BC7759E}" sibTransId="{60A4D0DB-2E5B-4267-A813-6FA50AB3917C}"/>
    <dgm:cxn modelId="{9264CD3B-D80F-4453-8DAE-ECAF78833B41}" type="presOf" srcId="{8CBEECF5-AD49-44CD-A677-8241EBF8D11E}" destId="{15CD4318-53F2-4BE4-AABF-16BA2713B668}" srcOrd="0" destOrd="0" presId="urn:microsoft.com/office/officeart/2005/8/layout/vList5"/>
    <dgm:cxn modelId="{DDF2AC67-BDB5-449C-9065-F76359371CCB}" type="presOf" srcId="{D4058292-5E1F-428A-8EA2-EA3BDCE3D045}" destId="{E938F287-C4D0-4AFE-9A83-E846B3ABA2FD}" srcOrd="0" destOrd="0" presId="urn:microsoft.com/office/officeart/2005/8/layout/vList5"/>
    <dgm:cxn modelId="{3ECF2F82-CFCF-4EC2-9D97-9CDC2DA7BF64}" type="presParOf" srcId="{E938F287-C4D0-4AFE-9A83-E846B3ABA2FD}" destId="{709FD4E0-7E47-4B4D-90F0-654CB9FCD661}" srcOrd="0" destOrd="0" presId="urn:microsoft.com/office/officeart/2005/8/layout/vList5"/>
    <dgm:cxn modelId="{BC8D54CE-EB20-4B43-85AA-1AA71BBA67F2}" type="presParOf" srcId="{709FD4E0-7E47-4B4D-90F0-654CB9FCD661}" destId="{15CD4318-53F2-4BE4-AABF-16BA2713B66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9322041-61C6-40E1-A395-A9F7F64FC92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D50D205-057C-4E1E-AF4C-2EBFB80FA718}">
      <dgm:prSet/>
      <dgm:spPr>
        <a:ln>
          <a:solidFill>
            <a:schemeClr val="tx1"/>
          </a:solidFill>
        </a:ln>
      </dgm:spPr>
      <dgm:t>
        <a:bodyPr/>
        <a:lstStyle/>
        <a:p>
          <a:r>
            <a:rPr lang="en-IN" b="1" i="1" dirty="0">
              <a:solidFill>
                <a:schemeClr val="accent4"/>
              </a:solidFill>
            </a:rPr>
            <a:t>At the current time, humanity has not yet reached Type 1 civilization status. Physicist and futurist Michio Kaku suggested that, if humans increase their energy consumption at an average rate of 3 percent each year, they may attain Type I status in 100–200 years, Type II status in a few thousand years, and Type III status in 100,000 to a million years.</a:t>
          </a:r>
          <a:endParaRPr lang="en-IN" dirty="0">
            <a:solidFill>
              <a:schemeClr val="accent4"/>
            </a:solidFill>
          </a:endParaRPr>
        </a:p>
      </dgm:t>
    </dgm:pt>
    <dgm:pt modelId="{11B1BA36-18E5-4887-A48B-815EFB97E065}" type="parTrans" cxnId="{54D321EF-4275-41C3-B835-B6177124EE86}">
      <dgm:prSet/>
      <dgm:spPr/>
      <dgm:t>
        <a:bodyPr/>
        <a:lstStyle/>
        <a:p>
          <a:endParaRPr lang="en-IN"/>
        </a:p>
      </dgm:t>
    </dgm:pt>
    <dgm:pt modelId="{4D7E323B-BEA0-4D2B-8945-8982854F5A75}" type="sibTrans" cxnId="{54D321EF-4275-41C3-B835-B6177124EE86}">
      <dgm:prSet/>
      <dgm:spPr/>
      <dgm:t>
        <a:bodyPr/>
        <a:lstStyle/>
        <a:p>
          <a:endParaRPr lang="en-IN"/>
        </a:p>
      </dgm:t>
    </dgm:pt>
    <dgm:pt modelId="{47339319-0CD1-4EBF-B08A-EEA729650002}">
      <dgm:prSet/>
      <dgm:spPr>
        <a:ln>
          <a:solidFill>
            <a:schemeClr val="accent1"/>
          </a:solidFill>
        </a:ln>
      </dgm:spPr>
      <dgm:t>
        <a:bodyPr/>
        <a:lstStyle/>
        <a:p>
          <a:r>
            <a:rPr lang="en-IN" b="1" i="1" dirty="0">
              <a:solidFill>
                <a:schemeClr val="accent4"/>
              </a:solidFill>
            </a:rPr>
            <a:t>Where value K is a civilization's Kardashev rating and P is the power it uses, in watts. Using this extrapolation, a "Type 0" civilization, not defined by Kardashev, would control about 1 MW of power, and humanity's civilization type as of 1973 was about 0.7 (apparently using 10 terawatts (TW) as the value for 1970s humanity).</a:t>
          </a:r>
          <a:endParaRPr lang="en-IN" dirty="0">
            <a:solidFill>
              <a:schemeClr val="accent4"/>
            </a:solidFill>
          </a:endParaRPr>
        </a:p>
      </dgm:t>
    </dgm:pt>
    <dgm:pt modelId="{1EF1823C-380D-4CD8-AE12-279062D4A56B}" type="parTrans" cxnId="{6CC55CFC-5D9D-43B0-9D64-2A19875A3E6A}">
      <dgm:prSet/>
      <dgm:spPr/>
      <dgm:t>
        <a:bodyPr/>
        <a:lstStyle/>
        <a:p>
          <a:endParaRPr lang="en-IN"/>
        </a:p>
      </dgm:t>
    </dgm:pt>
    <dgm:pt modelId="{D839A95D-8560-4DED-BA67-76B9ADFA2D76}" type="sibTrans" cxnId="{6CC55CFC-5D9D-43B0-9D64-2A19875A3E6A}">
      <dgm:prSet/>
      <dgm:spPr/>
      <dgm:t>
        <a:bodyPr/>
        <a:lstStyle/>
        <a:p>
          <a:endParaRPr lang="en-IN"/>
        </a:p>
      </dgm:t>
    </dgm:pt>
    <dgm:pt modelId="{4FFA791C-65D5-4F65-87E1-2B757372B08A}">
      <dgm:prSet/>
      <dgm:spPr>
        <a:ln>
          <a:solidFill>
            <a:schemeClr val="accent1"/>
          </a:solidFill>
        </a:ln>
      </dgm:spPr>
      <dgm:t>
        <a:bodyPr/>
        <a:lstStyle/>
        <a:p>
          <a:r>
            <a:rPr lang="en-IN" b="1" i="1" dirty="0">
              <a:solidFill>
                <a:schemeClr val="accent4"/>
              </a:solidFill>
            </a:rPr>
            <a:t>In 2018, the total world energy consumption was 13864.9 Mtoe (161,249 </a:t>
          </a:r>
          <a:r>
            <a:rPr lang="en-IN" b="1" i="1" dirty="0" err="1">
              <a:solidFill>
                <a:schemeClr val="accent4"/>
              </a:solidFill>
            </a:rPr>
            <a:t>TWh</a:t>
          </a:r>
          <a:r>
            <a:rPr lang="en-IN" b="1" i="1" dirty="0">
              <a:solidFill>
                <a:schemeClr val="accent4"/>
              </a:solidFill>
            </a:rPr>
            <a:t>), equivalent to an average power consumption of 18.40 TW or 0.73 on Sagan's interpolated Kardashev scale.</a:t>
          </a:r>
          <a:endParaRPr lang="en-IN" dirty="0">
            <a:solidFill>
              <a:schemeClr val="accent4"/>
            </a:solidFill>
          </a:endParaRPr>
        </a:p>
      </dgm:t>
    </dgm:pt>
    <dgm:pt modelId="{AD5AE121-E940-4E98-9BFB-1F215B89B4A9}" type="parTrans" cxnId="{0759DEA1-A115-4C4A-98C5-944233745FA5}">
      <dgm:prSet/>
      <dgm:spPr/>
      <dgm:t>
        <a:bodyPr/>
        <a:lstStyle/>
        <a:p>
          <a:endParaRPr lang="en-IN"/>
        </a:p>
      </dgm:t>
    </dgm:pt>
    <dgm:pt modelId="{3F2DC8F5-A5ED-403F-8AC0-B3DED770B2A6}" type="sibTrans" cxnId="{0759DEA1-A115-4C4A-98C5-944233745FA5}">
      <dgm:prSet/>
      <dgm:spPr/>
      <dgm:t>
        <a:bodyPr/>
        <a:lstStyle/>
        <a:p>
          <a:endParaRPr lang="en-IN"/>
        </a:p>
      </dgm:t>
    </dgm:pt>
    <dgm:pt modelId="{37DB4C31-B852-4E45-A285-B7026274F429}" type="pres">
      <dgm:prSet presAssocID="{E9322041-61C6-40E1-A395-A9F7F64FC925}" presName="linear" presStyleCnt="0">
        <dgm:presLayoutVars>
          <dgm:animLvl val="lvl"/>
          <dgm:resizeHandles val="exact"/>
        </dgm:presLayoutVars>
      </dgm:prSet>
      <dgm:spPr/>
    </dgm:pt>
    <dgm:pt modelId="{92261799-236E-4F08-9711-1B03773B3135}" type="pres">
      <dgm:prSet presAssocID="{6D50D205-057C-4E1E-AF4C-2EBFB80FA718}" presName="parentText" presStyleLbl="node1" presStyleIdx="0" presStyleCnt="3">
        <dgm:presLayoutVars>
          <dgm:chMax val="0"/>
          <dgm:bulletEnabled val="1"/>
        </dgm:presLayoutVars>
      </dgm:prSet>
      <dgm:spPr/>
    </dgm:pt>
    <dgm:pt modelId="{2D815A6D-82A0-4B7B-AF99-40710471B6EB}" type="pres">
      <dgm:prSet presAssocID="{4D7E323B-BEA0-4D2B-8945-8982854F5A75}" presName="spacer" presStyleCnt="0"/>
      <dgm:spPr/>
    </dgm:pt>
    <dgm:pt modelId="{B7175AD6-4979-4CDF-8139-841055C33C16}" type="pres">
      <dgm:prSet presAssocID="{47339319-0CD1-4EBF-B08A-EEA729650002}" presName="parentText" presStyleLbl="node1" presStyleIdx="1" presStyleCnt="3">
        <dgm:presLayoutVars>
          <dgm:chMax val="0"/>
          <dgm:bulletEnabled val="1"/>
        </dgm:presLayoutVars>
      </dgm:prSet>
      <dgm:spPr/>
    </dgm:pt>
    <dgm:pt modelId="{0BA4B3A7-B225-4BF9-9FAC-C16272F21309}" type="pres">
      <dgm:prSet presAssocID="{D839A95D-8560-4DED-BA67-76B9ADFA2D76}" presName="spacer" presStyleCnt="0"/>
      <dgm:spPr/>
    </dgm:pt>
    <dgm:pt modelId="{5CC9DB87-55D9-47CB-AA1D-B6246709BB21}" type="pres">
      <dgm:prSet presAssocID="{4FFA791C-65D5-4F65-87E1-2B757372B08A}" presName="parentText" presStyleLbl="node1" presStyleIdx="2" presStyleCnt="3">
        <dgm:presLayoutVars>
          <dgm:chMax val="0"/>
          <dgm:bulletEnabled val="1"/>
        </dgm:presLayoutVars>
      </dgm:prSet>
      <dgm:spPr/>
    </dgm:pt>
  </dgm:ptLst>
  <dgm:cxnLst>
    <dgm:cxn modelId="{1EF60F03-90D9-40F8-98B1-5413ED31A1E3}" type="presOf" srcId="{47339319-0CD1-4EBF-B08A-EEA729650002}" destId="{B7175AD6-4979-4CDF-8139-841055C33C16}" srcOrd="0" destOrd="0" presId="urn:microsoft.com/office/officeart/2005/8/layout/vList2"/>
    <dgm:cxn modelId="{4AFFD434-5859-4AD8-AE86-CE4C4A9DAB51}" type="presOf" srcId="{E9322041-61C6-40E1-A395-A9F7F64FC925}" destId="{37DB4C31-B852-4E45-A285-B7026274F429}" srcOrd="0" destOrd="0" presId="urn:microsoft.com/office/officeart/2005/8/layout/vList2"/>
    <dgm:cxn modelId="{5AA6588E-60C2-4506-9382-221DFD054F01}" type="presOf" srcId="{6D50D205-057C-4E1E-AF4C-2EBFB80FA718}" destId="{92261799-236E-4F08-9711-1B03773B3135}" srcOrd="0" destOrd="0" presId="urn:microsoft.com/office/officeart/2005/8/layout/vList2"/>
    <dgm:cxn modelId="{0759DEA1-A115-4C4A-98C5-944233745FA5}" srcId="{E9322041-61C6-40E1-A395-A9F7F64FC925}" destId="{4FFA791C-65D5-4F65-87E1-2B757372B08A}" srcOrd="2" destOrd="0" parTransId="{AD5AE121-E940-4E98-9BFB-1F215B89B4A9}" sibTransId="{3F2DC8F5-A5ED-403F-8AC0-B3DED770B2A6}"/>
    <dgm:cxn modelId="{E0CF0CD1-4753-4F75-AD91-1A4D4CCFCBD5}" type="presOf" srcId="{4FFA791C-65D5-4F65-87E1-2B757372B08A}" destId="{5CC9DB87-55D9-47CB-AA1D-B6246709BB21}" srcOrd="0" destOrd="0" presId="urn:microsoft.com/office/officeart/2005/8/layout/vList2"/>
    <dgm:cxn modelId="{54D321EF-4275-41C3-B835-B6177124EE86}" srcId="{E9322041-61C6-40E1-A395-A9F7F64FC925}" destId="{6D50D205-057C-4E1E-AF4C-2EBFB80FA718}" srcOrd="0" destOrd="0" parTransId="{11B1BA36-18E5-4887-A48B-815EFB97E065}" sibTransId="{4D7E323B-BEA0-4D2B-8945-8982854F5A75}"/>
    <dgm:cxn modelId="{6CC55CFC-5D9D-43B0-9D64-2A19875A3E6A}" srcId="{E9322041-61C6-40E1-A395-A9F7F64FC925}" destId="{47339319-0CD1-4EBF-B08A-EEA729650002}" srcOrd="1" destOrd="0" parTransId="{1EF1823C-380D-4CD8-AE12-279062D4A56B}" sibTransId="{D839A95D-8560-4DED-BA67-76B9ADFA2D76}"/>
    <dgm:cxn modelId="{112451DC-220A-4C87-A77A-73729F43C9BE}" type="presParOf" srcId="{37DB4C31-B852-4E45-A285-B7026274F429}" destId="{92261799-236E-4F08-9711-1B03773B3135}" srcOrd="0" destOrd="0" presId="urn:microsoft.com/office/officeart/2005/8/layout/vList2"/>
    <dgm:cxn modelId="{F5BE9783-E8AC-4A67-A22F-E6B399CC52D8}" type="presParOf" srcId="{37DB4C31-B852-4E45-A285-B7026274F429}" destId="{2D815A6D-82A0-4B7B-AF99-40710471B6EB}" srcOrd="1" destOrd="0" presId="urn:microsoft.com/office/officeart/2005/8/layout/vList2"/>
    <dgm:cxn modelId="{D59234AC-1986-4105-BC54-A59F45908318}" type="presParOf" srcId="{37DB4C31-B852-4E45-A285-B7026274F429}" destId="{B7175AD6-4979-4CDF-8139-841055C33C16}" srcOrd="2" destOrd="0" presId="urn:microsoft.com/office/officeart/2005/8/layout/vList2"/>
    <dgm:cxn modelId="{98090F2D-670A-4BD2-98B5-B127A08E0FE2}" type="presParOf" srcId="{37DB4C31-B852-4E45-A285-B7026274F429}" destId="{0BA4B3A7-B225-4BF9-9FAC-C16272F21309}" srcOrd="3" destOrd="0" presId="urn:microsoft.com/office/officeart/2005/8/layout/vList2"/>
    <dgm:cxn modelId="{9DED1AF7-F25F-4A81-9DFC-E0265119C5BD}" type="presParOf" srcId="{37DB4C31-B852-4E45-A285-B7026274F429}" destId="{5CC9DB87-55D9-47CB-AA1D-B6246709BB21}"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63C4578-43C3-4C39-B02B-1E4FCE875F4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57EE2647-48B3-481B-A5F4-09507C177471}">
      <dgm:prSet/>
      <dgm:spPr>
        <a:ln>
          <a:solidFill>
            <a:schemeClr val="tx1"/>
          </a:solidFill>
        </a:ln>
      </dgm:spPr>
      <dgm:t>
        <a:bodyPr/>
        <a:lstStyle/>
        <a:p>
          <a:r>
            <a:rPr lang="en-IN" b="1" i="1" dirty="0">
              <a:solidFill>
                <a:schemeClr val="accent4"/>
              </a:solidFill>
            </a:rPr>
            <a:t>We have reached a turning point in society. According to renowned theoretical physicist Michio Kaku, the next 100 years of science will determine whether we perish or thrive. Will we remain a Type 0 civilization, or will we advance and make our way into the stars?</a:t>
          </a:r>
          <a:endParaRPr lang="en-IN" dirty="0">
            <a:solidFill>
              <a:schemeClr val="accent4"/>
            </a:solidFill>
          </a:endParaRPr>
        </a:p>
      </dgm:t>
    </dgm:pt>
    <dgm:pt modelId="{54A52BD3-F37B-45DE-8583-95B529D477F9}" type="parTrans" cxnId="{57BEBA17-D477-48CD-AF2E-E18C9F17D286}">
      <dgm:prSet/>
      <dgm:spPr/>
      <dgm:t>
        <a:bodyPr/>
        <a:lstStyle/>
        <a:p>
          <a:endParaRPr lang="en-IN"/>
        </a:p>
      </dgm:t>
    </dgm:pt>
    <dgm:pt modelId="{158B6595-9DB2-4AC7-A861-01B1F3D638E6}" type="sibTrans" cxnId="{57BEBA17-D477-48CD-AF2E-E18C9F17D286}">
      <dgm:prSet/>
      <dgm:spPr/>
      <dgm:t>
        <a:bodyPr/>
        <a:lstStyle/>
        <a:p>
          <a:endParaRPr lang="en-IN"/>
        </a:p>
      </dgm:t>
    </dgm:pt>
    <dgm:pt modelId="{D79A9E64-440D-4AF8-848D-CE04DBAB284D}">
      <dgm:prSet/>
      <dgm:spPr>
        <a:ln>
          <a:solidFill>
            <a:schemeClr val="accent1"/>
          </a:solidFill>
        </a:ln>
      </dgm:spPr>
      <dgm:t>
        <a:bodyPr/>
        <a:lstStyle/>
        <a:p>
          <a:r>
            <a:rPr lang="en-IN" b="1" i="1" dirty="0">
              <a:solidFill>
                <a:schemeClr val="accent4"/>
              </a:solidFill>
            </a:rPr>
            <a:t>Experts assert that, as a civilization grows larger and becomes more advanced, its energy demands will increase rapidly due to its population growth and the energy requirements of its various machines. With this in mind, the Kardashev scale was developed as a way of measuring a civilization’s technological advancement based upon how much usable energy it has at its disposal (this was originally just tied to energy available for communications, but has since been expanded).</a:t>
          </a:r>
          <a:endParaRPr lang="en-IN" dirty="0">
            <a:solidFill>
              <a:schemeClr val="accent4"/>
            </a:solidFill>
          </a:endParaRPr>
        </a:p>
      </dgm:t>
    </dgm:pt>
    <dgm:pt modelId="{FE03220B-AF6D-40D5-BC1C-883EB4D056F1}" type="parTrans" cxnId="{E286FF06-F33B-462B-93CC-0A481E8C5552}">
      <dgm:prSet/>
      <dgm:spPr/>
      <dgm:t>
        <a:bodyPr/>
        <a:lstStyle/>
        <a:p>
          <a:endParaRPr lang="en-IN"/>
        </a:p>
      </dgm:t>
    </dgm:pt>
    <dgm:pt modelId="{3E0283E8-C2FF-4BE5-B8DF-34B5030BE637}" type="sibTrans" cxnId="{E286FF06-F33B-462B-93CC-0A481E8C5552}">
      <dgm:prSet/>
      <dgm:spPr/>
      <dgm:t>
        <a:bodyPr/>
        <a:lstStyle/>
        <a:p>
          <a:endParaRPr lang="en-IN"/>
        </a:p>
      </dgm:t>
    </dgm:pt>
    <dgm:pt modelId="{36BCC92B-73B5-47FC-9617-EB65EBD796D0}" type="pres">
      <dgm:prSet presAssocID="{963C4578-43C3-4C39-B02B-1E4FCE875F47}" presName="linear" presStyleCnt="0">
        <dgm:presLayoutVars>
          <dgm:animLvl val="lvl"/>
          <dgm:resizeHandles val="exact"/>
        </dgm:presLayoutVars>
      </dgm:prSet>
      <dgm:spPr/>
    </dgm:pt>
    <dgm:pt modelId="{2AA7F5A3-3498-4DA2-84BA-BAE4DDFCE688}" type="pres">
      <dgm:prSet presAssocID="{57EE2647-48B3-481B-A5F4-09507C177471}" presName="parentText" presStyleLbl="node1" presStyleIdx="0" presStyleCnt="2">
        <dgm:presLayoutVars>
          <dgm:chMax val="0"/>
          <dgm:bulletEnabled val="1"/>
        </dgm:presLayoutVars>
      </dgm:prSet>
      <dgm:spPr/>
    </dgm:pt>
    <dgm:pt modelId="{1B76788A-410A-4CD1-9553-C15F825C75D9}" type="pres">
      <dgm:prSet presAssocID="{158B6595-9DB2-4AC7-A861-01B1F3D638E6}" presName="spacer" presStyleCnt="0"/>
      <dgm:spPr/>
    </dgm:pt>
    <dgm:pt modelId="{C446F400-3B10-4291-BCF9-B61EF858A301}" type="pres">
      <dgm:prSet presAssocID="{D79A9E64-440D-4AF8-848D-CE04DBAB284D}" presName="parentText" presStyleLbl="node1" presStyleIdx="1" presStyleCnt="2">
        <dgm:presLayoutVars>
          <dgm:chMax val="0"/>
          <dgm:bulletEnabled val="1"/>
        </dgm:presLayoutVars>
      </dgm:prSet>
      <dgm:spPr/>
    </dgm:pt>
  </dgm:ptLst>
  <dgm:cxnLst>
    <dgm:cxn modelId="{E286FF06-F33B-462B-93CC-0A481E8C5552}" srcId="{963C4578-43C3-4C39-B02B-1E4FCE875F47}" destId="{D79A9E64-440D-4AF8-848D-CE04DBAB284D}" srcOrd="1" destOrd="0" parTransId="{FE03220B-AF6D-40D5-BC1C-883EB4D056F1}" sibTransId="{3E0283E8-C2FF-4BE5-B8DF-34B5030BE637}"/>
    <dgm:cxn modelId="{57BEBA17-D477-48CD-AF2E-E18C9F17D286}" srcId="{963C4578-43C3-4C39-B02B-1E4FCE875F47}" destId="{57EE2647-48B3-481B-A5F4-09507C177471}" srcOrd="0" destOrd="0" parTransId="{54A52BD3-F37B-45DE-8583-95B529D477F9}" sibTransId="{158B6595-9DB2-4AC7-A861-01B1F3D638E6}"/>
    <dgm:cxn modelId="{90F23826-8075-4640-B519-E3035B99D30C}" type="presOf" srcId="{D79A9E64-440D-4AF8-848D-CE04DBAB284D}" destId="{C446F400-3B10-4291-BCF9-B61EF858A301}" srcOrd="0" destOrd="0" presId="urn:microsoft.com/office/officeart/2005/8/layout/vList2"/>
    <dgm:cxn modelId="{43BB64B3-2BA0-4913-A30C-DCF5494FB359}" type="presOf" srcId="{57EE2647-48B3-481B-A5F4-09507C177471}" destId="{2AA7F5A3-3498-4DA2-84BA-BAE4DDFCE688}" srcOrd="0" destOrd="0" presId="urn:microsoft.com/office/officeart/2005/8/layout/vList2"/>
    <dgm:cxn modelId="{66C28DE2-13A2-47E5-A1BB-2D4993C887B9}" type="presOf" srcId="{963C4578-43C3-4C39-B02B-1E4FCE875F47}" destId="{36BCC92B-73B5-47FC-9617-EB65EBD796D0}" srcOrd="0" destOrd="0" presId="urn:microsoft.com/office/officeart/2005/8/layout/vList2"/>
    <dgm:cxn modelId="{7F965092-CDEB-4190-9B20-D7096A193214}" type="presParOf" srcId="{36BCC92B-73B5-47FC-9617-EB65EBD796D0}" destId="{2AA7F5A3-3498-4DA2-84BA-BAE4DDFCE688}" srcOrd="0" destOrd="0" presId="urn:microsoft.com/office/officeart/2005/8/layout/vList2"/>
    <dgm:cxn modelId="{C0337DAE-72E2-4014-BF13-8BCC6028B051}" type="presParOf" srcId="{36BCC92B-73B5-47FC-9617-EB65EBD796D0}" destId="{1B76788A-410A-4CD1-9553-C15F825C75D9}" srcOrd="1" destOrd="0" presId="urn:microsoft.com/office/officeart/2005/8/layout/vList2"/>
    <dgm:cxn modelId="{4F705956-1710-41AE-896A-C91BC7306B3E}" type="presParOf" srcId="{36BCC92B-73B5-47FC-9617-EB65EBD796D0}" destId="{C446F400-3B10-4291-BCF9-B61EF858A30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951AB37-6147-4103-9215-E4AD9FD11B1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799C6FD-D2DC-4F7C-A6C5-D19091E9ACDD}">
      <dgm:prSet custT="1"/>
      <dgm:spPr>
        <a:ln>
          <a:solidFill>
            <a:schemeClr val="tx1"/>
          </a:solidFill>
        </a:ln>
      </dgm:spPr>
      <dgm:t>
        <a:bodyPr/>
        <a:lstStyle/>
        <a:p>
          <a:pPr algn="ctr"/>
          <a:r>
            <a:rPr lang="en-IN" sz="2800" b="1" i="1" dirty="0">
              <a:solidFill>
                <a:schemeClr val="accent4"/>
              </a:solidFill>
            </a:rPr>
            <a:t>The Kardashev Scale – Type I, II, III</a:t>
          </a:r>
          <a:endParaRPr lang="en-IN" sz="2800" dirty="0">
            <a:solidFill>
              <a:schemeClr val="accent4"/>
            </a:solidFill>
          </a:endParaRPr>
        </a:p>
      </dgm:t>
    </dgm:pt>
    <dgm:pt modelId="{36AD6D15-E1C1-4AC2-B7F6-37ED3BEC27B1}" type="parTrans" cxnId="{518DDE9D-EB77-497E-92B2-E24183974827}">
      <dgm:prSet/>
      <dgm:spPr/>
      <dgm:t>
        <a:bodyPr/>
        <a:lstStyle/>
        <a:p>
          <a:endParaRPr lang="en-IN"/>
        </a:p>
      </dgm:t>
    </dgm:pt>
    <dgm:pt modelId="{A0BD1CEE-7F86-4D3E-956D-D58DF3135054}" type="sibTrans" cxnId="{518DDE9D-EB77-497E-92B2-E24183974827}">
      <dgm:prSet/>
      <dgm:spPr/>
      <dgm:t>
        <a:bodyPr/>
        <a:lstStyle/>
        <a:p>
          <a:endParaRPr lang="en-IN"/>
        </a:p>
      </dgm:t>
    </dgm:pt>
    <dgm:pt modelId="{FF8FB74C-50E3-45F6-BA7F-D8007511C7F9}" type="pres">
      <dgm:prSet presAssocID="{1951AB37-6147-4103-9215-E4AD9FD11B16}" presName="linear" presStyleCnt="0">
        <dgm:presLayoutVars>
          <dgm:animLvl val="lvl"/>
          <dgm:resizeHandles val="exact"/>
        </dgm:presLayoutVars>
      </dgm:prSet>
      <dgm:spPr/>
    </dgm:pt>
    <dgm:pt modelId="{DB8A6CA7-B53F-4872-9DF7-6BC857985674}" type="pres">
      <dgm:prSet presAssocID="{2799C6FD-D2DC-4F7C-A6C5-D19091E9ACDD}" presName="parentText" presStyleLbl="node1" presStyleIdx="0" presStyleCnt="1" custLinFactNeighborX="-1" custLinFactNeighborY="-8174">
        <dgm:presLayoutVars>
          <dgm:chMax val="0"/>
          <dgm:bulletEnabled val="1"/>
        </dgm:presLayoutVars>
      </dgm:prSet>
      <dgm:spPr/>
    </dgm:pt>
  </dgm:ptLst>
  <dgm:cxnLst>
    <dgm:cxn modelId="{B7FE4860-856E-475A-8600-5B07EB52CDDB}" type="presOf" srcId="{1951AB37-6147-4103-9215-E4AD9FD11B16}" destId="{FF8FB74C-50E3-45F6-BA7F-D8007511C7F9}" srcOrd="0" destOrd="0" presId="urn:microsoft.com/office/officeart/2005/8/layout/vList2"/>
    <dgm:cxn modelId="{518DDE9D-EB77-497E-92B2-E24183974827}" srcId="{1951AB37-6147-4103-9215-E4AD9FD11B16}" destId="{2799C6FD-D2DC-4F7C-A6C5-D19091E9ACDD}" srcOrd="0" destOrd="0" parTransId="{36AD6D15-E1C1-4AC2-B7F6-37ED3BEC27B1}" sibTransId="{A0BD1CEE-7F86-4D3E-956D-D58DF3135054}"/>
    <dgm:cxn modelId="{4B7DD5E5-AA4B-41FC-84F4-16DC03FAA3E9}" type="presOf" srcId="{2799C6FD-D2DC-4F7C-A6C5-D19091E9ACDD}" destId="{DB8A6CA7-B53F-4872-9DF7-6BC857985674}" srcOrd="0" destOrd="0" presId="urn:microsoft.com/office/officeart/2005/8/layout/vList2"/>
    <dgm:cxn modelId="{05CAAE13-840F-4AF1-ACAE-DF582D10FB73}" type="presParOf" srcId="{FF8FB74C-50E3-45F6-BA7F-D8007511C7F9}" destId="{DB8A6CA7-B53F-4872-9DF7-6BC85798567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C0EDFD2-B38A-452C-A074-EE20FC365B5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F05B315-EB70-4B0B-AFBE-A2DB385A782B}">
      <dgm:prSet custT="1"/>
      <dgm:spPr>
        <a:ln>
          <a:solidFill>
            <a:schemeClr val="accent1"/>
          </a:solidFill>
        </a:ln>
      </dgm:spPr>
      <dgm:t>
        <a:bodyPr/>
        <a:lstStyle/>
        <a:p>
          <a:r>
            <a:rPr lang="en-IN" sz="2400" b="1" i="0" dirty="0">
              <a:solidFill>
                <a:schemeClr val="accent4"/>
              </a:solidFill>
            </a:rPr>
            <a:t>Technological level of a civilization that is "close to the level presently attained on Earth, with energy consumption at ≈4×1019 erg/sec" (4×1012 watts). Currently, the civilization of Type I is usually defined as one that can harness all the energy that falls on a planet from its parent star (for Earth–Sun system, this value is close to 1.74×1017 watts), which is about four orders of magnitude higher than the amount presently attained on Earth, with energy consumption at ≈2×1013 watts. The astronomer Guillermo A. Lemarchand stated this as a level near contemporary terrestrial civilization with an energy capability equivalent to the solar insolation on Earth, between 1016 and 1017 watts.</a:t>
          </a:r>
          <a:endParaRPr lang="en-IN" sz="2400" dirty="0">
            <a:solidFill>
              <a:schemeClr val="accent4"/>
            </a:solidFill>
          </a:endParaRPr>
        </a:p>
      </dgm:t>
    </dgm:pt>
    <dgm:pt modelId="{47D616F6-79A4-4B17-8450-BB744D3D2334}" type="parTrans" cxnId="{65E9E16E-5604-4FB2-ABAF-C538EACAC0D7}">
      <dgm:prSet/>
      <dgm:spPr/>
      <dgm:t>
        <a:bodyPr/>
        <a:lstStyle/>
        <a:p>
          <a:endParaRPr lang="en-IN"/>
        </a:p>
      </dgm:t>
    </dgm:pt>
    <dgm:pt modelId="{10A79FF2-8C73-4512-A182-94C581CAE007}" type="sibTrans" cxnId="{65E9E16E-5604-4FB2-ABAF-C538EACAC0D7}">
      <dgm:prSet/>
      <dgm:spPr/>
      <dgm:t>
        <a:bodyPr/>
        <a:lstStyle/>
        <a:p>
          <a:endParaRPr lang="en-IN"/>
        </a:p>
      </dgm:t>
    </dgm:pt>
    <dgm:pt modelId="{A69F9412-E8A9-4994-8339-82887D226C75}" type="pres">
      <dgm:prSet presAssocID="{FC0EDFD2-B38A-452C-A074-EE20FC365B51}" presName="linear" presStyleCnt="0">
        <dgm:presLayoutVars>
          <dgm:animLvl val="lvl"/>
          <dgm:resizeHandles val="exact"/>
        </dgm:presLayoutVars>
      </dgm:prSet>
      <dgm:spPr/>
    </dgm:pt>
    <dgm:pt modelId="{F536A852-49AB-4B31-854B-42B277A40ACF}" type="pres">
      <dgm:prSet presAssocID="{6F05B315-EB70-4B0B-AFBE-A2DB385A782B}" presName="parentText" presStyleLbl="node1" presStyleIdx="0" presStyleCnt="1" custScaleY="109610" custLinFactNeighborY="1506">
        <dgm:presLayoutVars>
          <dgm:chMax val="0"/>
          <dgm:bulletEnabled val="1"/>
        </dgm:presLayoutVars>
      </dgm:prSet>
      <dgm:spPr/>
    </dgm:pt>
  </dgm:ptLst>
  <dgm:cxnLst>
    <dgm:cxn modelId="{04CDFD01-8ECB-4340-9CDA-D1792CD236A6}" type="presOf" srcId="{6F05B315-EB70-4B0B-AFBE-A2DB385A782B}" destId="{F536A852-49AB-4B31-854B-42B277A40ACF}" srcOrd="0" destOrd="0" presId="urn:microsoft.com/office/officeart/2005/8/layout/vList2"/>
    <dgm:cxn modelId="{65E9E16E-5604-4FB2-ABAF-C538EACAC0D7}" srcId="{FC0EDFD2-B38A-452C-A074-EE20FC365B51}" destId="{6F05B315-EB70-4B0B-AFBE-A2DB385A782B}" srcOrd="0" destOrd="0" parTransId="{47D616F6-79A4-4B17-8450-BB744D3D2334}" sibTransId="{10A79FF2-8C73-4512-A182-94C581CAE007}"/>
    <dgm:cxn modelId="{E2BB5E88-6604-41E3-A5DB-9FA848FDA6FB}" type="presOf" srcId="{FC0EDFD2-B38A-452C-A074-EE20FC365B51}" destId="{A69F9412-E8A9-4994-8339-82887D226C75}" srcOrd="0" destOrd="0" presId="urn:microsoft.com/office/officeart/2005/8/layout/vList2"/>
    <dgm:cxn modelId="{3A7EF0C8-29D2-440F-91AA-3C9EEA11F46C}" type="presParOf" srcId="{A69F9412-E8A9-4994-8339-82887D226C75}" destId="{F536A852-49AB-4B31-854B-42B277A40AC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AB6B928-F372-4085-8199-430EEB78068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9EA2F51A-E1FD-4DC3-A33A-AC1BADEC9ABF}">
      <dgm:prSet/>
      <dgm:spPr>
        <a:ln>
          <a:solidFill>
            <a:schemeClr val="accent1"/>
          </a:solidFill>
        </a:ln>
      </dgm:spPr>
      <dgm:t>
        <a:bodyPr/>
        <a:lstStyle/>
        <a:p>
          <a:r>
            <a:rPr lang="en-IN" b="1" i="1" dirty="0">
              <a:solidFill>
                <a:schemeClr val="accent4"/>
              </a:solidFill>
            </a:rPr>
            <a:t>Type 1 Civilization</a:t>
          </a:r>
          <a:endParaRPr lang="en-IN" dirty="0">
            <a:solidFill>
              <a:schemeClr val="accent4"/>
            </a:solidFill>
          </a:endParaRPr>
        </a:p>
      </dgm:t>
    </dgm:pt>
    <dgm:pt modelId="{6748B7E4-6E01-4E82-BA5B-08188B677397}" type="parTrans" cxnId="{68120F11-802C-4AA7-9F92-3A223CF5D64D}">
      <dgm:prSet/>
      <dgm:spPr/>
      <dgm:t>
        <a:bodyPr/>
        <a:lstStyle/>
        <a:p>
          <a:endParaRPr lang="en-IN"/>
        </a:p>
      </dgm:t>
    </dgm:pt>
    <dgm:pt modelId="{7BF670B6-1956-4B4E-AA52-46856AB78A4D}" type="sibTrans" cxnId="{68120F11-802C-4AA7-9F92-3A223CF5D64D}">
      <dgm:prSet/>
      <dgm:spPr/>
      <dgm:t>
        <a:bodyPr/>
        <a:lstStyle/>
        <a:p>
          <a:endParaRPr lang="en-IN"/>
        </a:p>
      </dgm:t>
    </dgm:pt>
    <dgm:pt modelId="{0C677F13-F148-4686-A450-BBA97CCF1458}" type="pres">
      <dgm:prSet presAssocID="{0AB6B928-F372-4085-8199-430EEB78068A}" presName="Name0" presStyleCnt="0">
        <dgm:presLayoutVars>
          <dgm:dir/>
          <dgm:animLvl val="lvl"/>
          <dgm:resizeHandles val="exact"/>
        </dgm:presLayoutVars>
      </dgm:prSet>
      <dgm:spPr/>
    </dgm:pt>
    <dgm:pt modelId="{7F324764-717A-43A9-B1F7-0E124A846FBD}" type="pres">
      <dgm:prSet presAssocID="{9EA2F51A-E1FD-4DC3-A33A-AC1BADEC9ABF}" presName="linNode" presStyleCnt="0"/>
      <dgm:spPr/>
    </dgm:pt>
    <dgm:pt modelId="{C973C600-4451-445D-BBA5-1C850F34DDDA}" type="pres">
      <dgm:prSet presAssocID="{9EA2F51A-E1FD-4DC3-A33A-AC1BADEC9ABF}" presName="parentText" presStyleLbl="node1" presStyleIdx="0" presStyleCnt="1" custScaleX="135933">
        <dgm:presLayoutVars>
          <dgm:chMax val="1"/>
          <dgm:bulletEnabled val="1"/>
        </dgm:presLayoutVars>
      </dgm:prSet>
      <dgm:spPr/>
    </dgm:pt>
  </dgm:ptLst>
  <dgm:cxnLst>
    <dgm:cxn modelId="{68120F11-802C-4AA7-9F92-3A223CF5D64D}" srcId="{0AB6B928-F372-4085-8199-430EEB78068A}" destId="{9EA2F51A-E1FD-4DC3-A33A-AC1BADEC9ABF}" srcOrd="0" destOrd="0" parTransId="{6748B7E4-6E01-4E82-BA5B-08188B677397}" sibTransId="{7BF670B6-1956-4B4E-AA52-46856AB78A4D}"/>
    <dgm:cxn modelId="{8B41FE95-6326-4748-9F37-85AD3895EDA1}" type="presOf" srcId="{0AB6B928-F372-4085-8199-430EEB78068A}" destId="{0C677F13-F148-4686-A450-BBA97CCF1458}" srcOrd="0" destOrd="0" presId="urn:microsoft.com/office/officeart/2005/8/layout/vList5"/>
    <dgm:cxn modelId="{9BF449E2-9A12-473A-B684-B53F1C3EDC7A}" type="presOf" srcId="{9EA2F51A-E1FD-4DC3-A33A-AC1BADEC9ABF}" destId="{C973C600-4451-445D-BBA5-1C850F34DDDA}" srcOrd="0" destOrd="0" presId="urn:microsoft.com/office/officeart/2005/8/layout/vList5"/>
    <dgm:cxn modelId="{8DA21CF3-A60A-4C96-827B-99C822A28417}" type="presParOf" srcId="{0C677F13-F148-4686-A450-BBA97CCF1458}" destId="{7F324764-717A-43A9-B1F7-0E124A846FBD}" srcOrd="0" destOrd="0" presId="urn:microsoft.com/office/officeart/2005/8/layout/vList5"/>
    <dgm:cxn modelId="{D261DE34-F702-4470-BFA1-92833DD0868E}" type="presParOf" srcId="{7F324764-717A-43A9-B1F7-0E124A846FBD}" destId="{C973C600-4451-445D-BBA5-1C850F34DDDA}"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5217E65-F693-4103-8167-E799A5CDBD7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8C9A008-4B76-43B5-94C0-E919ED531834}">
      <dgm:prSet/>
      <dgm:spPr>
        <a:ln>
          <a:solidFill>
            <a:schemeClr val="accent1"/>
          </a:solidFill>
        </a:ln>
      </dgm:spPr>
      <dgm:t>
        <a:bodyPr/>
        <a:lstStyle/>
        <a:p>
          <a:r>
            <a:rPr lang="en-IN" b="1" i="0" dirty="0">
              <a:solidFill>
                <a:schemeClr val="accent4"/>
              </a:solidFill>
            </a:rPr>
            <a:t>A civilization capable of harnessing the energy radiated by its own star—for example, the stage of successful construction of a Dyson sphere—with energy consumption at ≈4×1033 erg/sec. Lemarchand stated this as a civilization capable of using and channeling the entire radiation output of its star. The energy use would then be comparable to the luminosity of the Sun, about 4×1033 erg/sec (4×1026 watts).</a:t>
          </a:r>
          <a:endParaRPr lang="en-IN" dirty="0">
            <a:solidFill>
              <a:schemeClr val="accent4"/>
            </a:solidFill>
          </a:endParaRPr>
        </a:p>
      </dgm:t>
    </dgm:pt>
    <dgm:pt modelId="{1240A35D-FB66-4BBF-950F-5DDB1BDCB8C4}" type="parTrans" cxnId="{0E4828AA-1C7E-4345-9783-33370C9D0546}">
      <dgm:prSet/>
      <dgm:spPr/>
      <dgm:t>
        <a:bodyPr/>
        <a:lstStyle/>
        <a:p>
          <a:endParaRPr lang="en-IN"/>
        </a:p>
      </dgm:t>
    </dgm:pt>
    <dgm:pt modelId="{2733416A-6A87-4D2E-926C-A4D19D420891}" type="sibTrans" cxnId="{0E4828AA-1C7E-4345-9783-33370C9D0546}">
      <dgm:prSet/>
      <dgm:spPr/>
      <dgm:t>
        <a:bodyPr/>
        <a:lstStyle/>
        <a:p>
          <a:endParaRPr lang="en-IN"/>
        </a:p>
      </dgm:t>
    </dgm:pt>
    <dgm:pt modelId="{AF6F7DF2-A8BF-481C-B3B0-C1B4B2A8CCEE}" type="pres">
      <dgm:prSet presAssocID="{55217E65-F693-4103-8167-E799A5CDBD7D}" presName="linear" presStyleCnt="0">
        <dgm:presLayoutVars>
          <dgm:animLvl val="lvl"/>
          <dgm:resizeHandles val="exact"/>
        </dgm:presLayoutVars>
      </dgm:prSet>
      <dgm:spPr/>
    </dgm:pt>
    <dgm:pt modelId="{2CA2CB3F-017E-4674-8A2A-E5DD05090E5A}" type="pres">
      <dgm:prSet presAssocID="{68C9A008-4B76-43B5-94C0-E919ED531834}" presName="parentText" presStyleLbl="node1" presStyleIdx="0" presStyleCnt="1">
        <dgm:presLayoutVars>
          <dgm:chMax val="0"/>
          <dgm:bulletEnabled val="1"/>
        </dgm:presLayoutVars>
      </dgm:prSet>
      <dgm:spPr/>
    </dgm:pt>
  </dgm:ptLst>
  <dgm:cxnLst>
    <dgm:cxn modelId="{4B814E56-53A1-4D7B-B7FA-F8B77E3AC694}" type="presOf" srcId="{55217E65-F693-4103-8167-E799A5CDBD7D}" destId="{AF6F7DF2-A8BF-481C-B3B0-C1B4B2A8CCEE}" srcOrd="0" destOrd="0" presId="urn:microsoft.com/office/officeart/2005/8/layout/vList2"/>
    <dgm:cxn modelId="{0E4828AA-1C7E-4345-9783-33370C9D0546}" srcId="{55217E65-F693-4103-8167-E799A5CDBD7D}" destId="{68C9A008-4B76-43B5-94C0-E919ED531834}" srcOrd="0" destOrd="0" parTransId="{1240A35D-FB66-4BBF-950F-5DDB1BDCB8C4}" sibTransId="{2733416A-6A87-4D2E-926C-A4D19D420891}"/>
    <dgm:cxn modelId="{E3C4D9B6-6A55-467B-B0A7-7CC3C4E43921}" type="presOf" srcId="{68C9A008-4B76-43B5-94C0-E919ED531834}" destId="{2CA2CB3F-017E-4674-8A2A-E5DD05090E5A}" srcOrd="0" destOrd="0" presId="urn:microsoft.com/office/officeart/2005/8/layout/vList2"/>
    <dgm:cxn modelId="{6773CB1E-3D96-42D3-971D-2619847042A2}" type="presParOf" srcId="{AF6F7DF2-A8BF-481C-B3B0-C1B4B2A8CCEE}" destId="{2CA2CB3F-017E-4674-8A2A-E5DD05090E5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A8ABEF1-110D-404D-BA72-4652B1A358E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00CAF31E-242A-4609-A5CF-23C1969F8104}">
      <dgm:prSet custT="1"/>
      <dgm:spPr>
        <a:ln>
          <a:solidFill>
            <a:schemeClr val="accent1"/>
          </a:solidFill>
        </a:ln>
      </dgm:spPr>
      <dgm:t>
        <a:bodyPr/>
        <a:lstStyle/>
        <a:p>
          <a:r>
            <a:rPr lang="en-IN" sz="3600" b="1" i="0" dirty="0">
              <a:solidFill>
                <a:schemeClr val="accent4"/>
              </a:solidFill>
            </a:rPr>
            <a:t>Type 2 Civilization</a:t>
          </a:r>
          <a:endParaRPr lang="en-IN" sz="3600" dirty="0">
            <a:solidFill>
              <a:schemeClr val="accent4"/>
            </a:solidFill>
          </a:endParaRPr>
        </a:p>
      </dgm:t>
    </dgm:pt>
    <dgm:pt modelId="{7A044615-21D4-45E9-85E1-719F6CB6CBCD}" type="parTrans" cxnId="{4EEC62A0-2A1C-41D5-828A-DF0A3DAEFC77}">
      <dgm:prSet/>
      <dgm:spPr/>
      <dgm:t>
        <a:bodyPr/>
        <a:lstStyle/>
        <a:p>
          <a:endParaRPr lang="en-IN"/>
        </a:p>
      </dgm:t>
    </dgm:pt>
    <dgm:pt modelId="{E922444C-AE22-42FD-B404-811D6EC7E4E0}" type="sibTrans" cxnId="{4EEC62A0-2A1C-41D5-828A-DF0A3DAEFC77}">
      <dgm:prSet/>
      <dgm:spPr/>
      <dgm:t>
        <a:bodyPr/>
        <a:lstStyle/>
        <a:p>
          <a:endParaRPr lang="en-IN"/>
        </a:p>
      </dgm:t>
    </dgm:pt>
    <dgm:pt modelId="{40411162-6B63-4579-9F77-F1408BC21519}" type="pres">
      <dgm:prSet presAssocID="{DA8ABEF1-110D-404D-BA72-4652B1A358EC}" presName="Name0" presStyleCnt="0">
        <dgm:presLayoutVars>
          <dgm:dir/>
          <dgm:animLvl val="lvl"/>
          <dgm:resizeHandles val="exact"/>
        </dgm:presLayoutVars>
      </dgm:prSet>
      <dgm:spPr/>
    </dgm:pt>
    <dgm:pt modelId="{3CFBC9CC-FEFF-4BBE-9EEA-A245C07C5C98}" type="pres">
      <dgm:prSet presAssocID="{00CAF31E-242A-4609-A5CF-23C1969F8104}" presName="linNode" presStyleCnt="0"/>
      <dgm:spPr/>
    </dgm:pt>
    <dgm:pt modelId="{6A1DB907-130C-4CF5-9268-768D15749CA2}" type="pres">
      <dgm:prSet presAssocID="{00CAF31E-242A-4609-A5CF-23C1969F8104}" presName="parentText" presStyleLbl="node1" presStyleIdx="0" presStyleCnt="1" custScaleX="120536">
        <dgm:presLayoutVars>
          <dgm:chMax val="1"/>
          <dgm:bulletEnabled val="1"/>
        </dgm:presLayoutVars>
      </dgm:prSet>
      <dgm:spPr/>
    </dgm:pt>
  </dgm:ptLst>
  <dgm:cxnLst>
    <dgm:cxn modelId="{9A92DF9D-8E0F-4384-A8D2-B7A0F5EDD316}" type="presOf" srcId="{00CAF31E-242A-4609-A5CF-23C1969F8104}" destId="{6A1DB907-130C-4CF5-9268-768D15749CA2}" srcOrd="0" destOrd="0" presId="urn:microsoft.com/office/officeart/2005/8/layout/vList5"/>
    <dgm:cxn modelId="{4EEC62A0-2A1C-41D5-828A-DF0A3DAEFC77}" srcId="{DA8ABEF1-110D-404D-BA72-4652B1A358EC}" destId="{00CAF31E-242A-4609-A5CF-23C1969F8104}" srcOrd="0" destOrd="0" parTransId="{7A044615-21D4-45E9-85E1-719F6CB6CBCD}" sibTransId="{E922444C-AE22-42FD-B404-811D6EC7E4E0}"/>
    <dgm:cxn modelId="{4ECF98D7-E09D-44E8-BC31-E81F28335C66}" type="presOf" srcId="{DA8ABEF1-110D-404D-BA72-4652B1A358EC}" destId="{40411162-6B63-4579-9F77-F1408BC21519}" srcOrd="0" destOrd="0" presId="urn:microsoft.com/office/officeart/2005/8/layout/vList5"/>
    <dgm:cxn modelId="{15C3CFF2-B247-4750-8D54-0A2EA7D76950}" type="presParOf" srcId="{40411162-6B63-4579-9F77-F1408BC21519}" destId="{3CFBC9CC-FEFF-4BBE-9EEA-A245C07C5C98}" srcOrd="0" destOrd="0" presId="urn:microsoft.com/office/officeart/2005/8/layout/vList5"/>
    <dgm:cxn modelId="{BDA856C3-538D-441E-992A-044CD275EA54}" type="presParOf" srcId="{3CFBC9CC-FEFF-4BBE-9EEA-A245C07C5C98}" destId="{6A1DB907-130C-4CF5-9268-768D15749CA2}"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C5F9046-26BC-47A8-96C0-2D08F779846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7B1B0FC9-4BE6-4E90-AECC-EC30291650AE}">
      <dgm:prSet/>
      <dgm:spPr>
        <a:ln>
          <a:solidFill>
            <a:schemeClr val="accent1"/>
          </a:solidFill>
        </a:ln>
      </dgm:spPr>
      <dgm:t>
        <a:bodyPr/>
        <a:lstStyle/>
        <a:p>
          <a:r>
            <a:rPr lang="en-IN" b="1" i="1" dirty="0">
              <a:solidFill>
                <a:schemeClr val="accent4"/>
              </a:solidFill>
            </a:rPr>
            <a:t>A civilization in possession of energy at the scale of its own galaxy, with energy consumption at ≈4×1044 erg/sec. Lemarchand stated this as a civilization with access to the power comparable to the luminosity of the entire Milky Way galaxy, about 4×1044 erg/sec (4×1037 watts).</a:t>
          </a:r>
          <a:endParaRPr lang="en-IN" dirty="0">
            <a:solidFill>
              <a:schemeClr val="accent4"/>
            </a:solidFill>
          </a:endParaRPr>
        </a:p>
      </dgm:t>
    </dgm:pt>
    <dgm:pt modelId="{C936F633-6737-41B8-839D-DD74C016E691}" type="parTrans" cxnId="{3EC3DCBD-5B5E-497B-ACC8-91378F1BF150}">
      <dgm:prSet/>
      <dgm:spPr/>
      <dgm:t>
        <a:bodyPr/>
        <a:lstStyle/>
        <a:p>
          <a:endParaRPr lang="en-IN"/>
        </a:p>
      </dgm:t>
    </dgm:pt>
    <dgm:pt modelId="{623EED62-AC2D-4913-924A-A1D8348E359A}" type="sibTrans" cxnId="{3EC3DCBD-5B5E-497B-ACC8-91378F1BF150}">
      <dgm:prSet/>
      <dgm:spPr/>
      <dgm:t>
        <a:bodyPr/>
        <a:lstStyle/>
        <a:p>
          <a:endParaRPr lang="en-IN"/>
        </a:p>
      </dgm:t>
    </dgm:pt>
    <dgm:pt modelId="{E34BB961-9C6C-4D6F-9B32-B737893FE31A}" type="pres">
      <dgm:prSet presAssocID="{5C5F9046-26BC-47A8-96C0-2D08F779846F}" presName="linear" presStyleCnt="0">
        <dgm:presLayoutVars>
          <dgm:animLvl val="lvl"/>
          <dgm:resizeHandles val="exact"/>
        </dgm:presLayoutVars>
      </dgm:prSet>
      <dgm:spPr/>
    </dgm:pt>
    <dgm:pt modelId="{A3467100-2980-45F5-9335-D012EAF33E8E}" type="pres">
      <dgm:prSet presAssocID="{7B1B0FC9-4BE6-4E90-AECC-EC30291650AE}" presName="parentText" presStyleLbl="node1" presStyleIdx="0" presStyleCnt="1" custScaleY="110883" custLinFactNeighborY="10267">
        <dgm:presLayoutVars>
          <dgm:chMax val="0"/>
          <dgm:bulletEnabled val="1"/>
        </dgm:presLayoutVars>
      </dgm:prSet>
      <dgm:spPr/>
    </dgm:pt>
  </dgm:ptLst>
  <dgm:cxnLst>
    <dgm:cxn modelId="{381D41B9-7B98-4EF9-9CC7-472FC9C14ACD}" type="presOf" srcId="{7B1B0FC9-4BE6-4E90-AECC-EC30291650AE}" destId="{A3467100-2980-45F5-9335-D012EAF33E8E}" srcOrd="0" destOrd="0" presId="urn:microsoft.com/office/officeart/2005/8/layout/vList2"/>
    <dgm:cxn modelId="{3EC3DCBD-5B5E-497B-ACC8-91378F1BF150}" srcId="{5C5F9046-26BC-47A8-96C0-2D08F779846F}" destId="{7B1B0FC9-4BE6-4E90-AECC-EC30291650AE}" srcOrd="0" destOrd="0" parTransId="{C936F633-6737-41B8-839D-DD74C016E691}" sibTransId="{623EED62-AC2D-4913-924A-A1D8348E359A}"/>
    <dgm:cxn modelId="{9668B2ED-CA5E-4879-AD88-58B279A4AD54}" type="presOf" srcId="{5C5F9046-26BC-47A8-96C0-2D08F779846F}" destId="{E34BB961-9C6C-4D6F-9B32-B737893FE31A}" srcOrd="0" destOrd="0" presId="urn:microsoft.com/office/officeart/2005/8/layout/vList2"/>
    <dgm:cxn modelId="{F3E048E7-0392-49F4-B582-D8FC598AE282}" type="presParOf" srcId="{E34BB961-9C6C-4D6F-9B32-B737893FE31A}" destId="{A3467100-2980-45F5-9335-D012EAF33E8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425B862-4109-4D73-85D3-A6128EFAFF5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ADED19C6-B42E-466F-AF6F-0A4585457C41}">
      <dgm:prSet custT="1"/>
      <dgm:spPr>
        <a:ln>
          <a:solidFill>
            <a:schemeClr val="accent1"/>
          </a:solidFill>
        </a:ln>
      </dgm:spPr>
      <dgm:t>
        <a:bodyPr/>
        <a:lstStyle/>
        <a:p>
          <a:r>
            <a:rPr lang="en-IN" sz="4400" b="1" i="0" dirty="0">
              <a:solidFill>
                <a:schemeClr val="accent4"/>
              </a:solidFill>
            </a:rPr>
            <a:t>Type 3 Civilization</a:t>
          </a:r>
          <a:endParaRPr lang="en-IN" sz="4400" dirty="0">
            <a:solidFill>
              <a:schemeClr val="accent4"/>
            </a:solidFill>
          </a:endParaRPr>
        </a:p>
      </dgm:t>
    </dgm:pt>
    <dgm:pt modelId="{11AD5912-0286-4F52-906E-D5BDB1E7B348}" type="parTrans" cxnId="{5F5EE097-F84F-4BAD-B7F0-B9E29C58E91A}">
      <dgm:prSet/>
      <dgm:spPr/>
      <dgm:t>
        <a:bodyPr/>
        <a:lstStyle/>
        <a:p>
          <a:endParaRPr lang="en-IN"/>
        </a:p>
      </dgm:t>
    </dgm:pt>
    <dgm:pt modelId="{64A7BC9D-8B0C-4D16-A39D-B9B1CABF4D6C}" type="sibTrans" cxnId="{5F5EE097-F84F-4BAD-B7F0-B9E29C58E91A}">
      <dgm:prSet/>
      <dgm:spPr/>
      <dgm:t>
        <a:bodyPr/>
        <a:lstStyle/>
        <a:p>
          <a:endParaRPr lang="en-IN"/>
        </a:p>
      </dgm:t>
    </dgm:pt>
    <dgm:pt modelId="{4CE400CA-22A2-4277-A1C4-C1D44DD24C65}" type="pres">
      <dgm:prSet presAssocID="{6425B862-4109-4D73-85D3-A6128EFAFF55}" presName="Name0" presStyleCnt="0">
        <dgm:presLayoutVars>
          <dgm:dir/>
          <dgm:animLvl val="lvl"/>
          <dgm:resizeHandles val="exact"/>
        </dgm:presLayoutVars>
      </dgm:prSet>
      <dgm:spPr/>
    </dgm:pt>
    <dgm:pt modelId="{BE8AD887-EBB4-4433-9DCE-46F8D80A8848}" type="pres">
      <dgm:prSet presAssocID="{ADED19C6-B42E-466F-AF6F-0A4585457C41}" presName="linNode" presStyleCnt="0"/>
      <dgm:spPr/>
    </dgm:pt>
    <dgm:pt modelId="{D7A0135E-3DA1-4878-A122-9D4CD27356B9}" type="pres">
      <dgm:prSet presAssocID="{ADED19C6-B42E-466F-AF6F-0A4585457C41}" presName="parentText" presStyleLbl="node1" presStyleIdx="0" presStyleCnt="1" custScaleX="172272" custLinFactNeighborX="0" custLinFactNeighborY="4501">
        <dgm:presLayoutVars>
          <dgm:chMax val="1"/>
          <dgm:bulletEnabled val="1"/>
        </dgm:presLayoutVars>
      </dgm:prSet>
      <dgm:spPr/>
    </dgm:pt>
  </dgm:ptLst>
  <dgm:cxnLst>
    <dgm:cxn modelId="{5F5EE097-F84F-4BAD-B7F0-B9E29C58E91A}" srcId="{6425B862-4109-4D73-85D3-A6128EFAFF55}" destId="{ADED19C6-B42E-466F-AF6F-0A4585457C41}" srcOrd="0" destOrd="0" parTransId="{11AD5912-0286-4F52-906E-D5BDB1E7B348}" sibTransId="{64A7BC9D-8B0C-4D16-A39D-B9B1CABF4D6C}"/>
    <dgm:cxn modelId="{351CF3E2-796A-450E-9209-D6C77C113FC3}" type="presOf" srcId="{6425B862-4109-4D73-85D3-A6128EFAFF55}" destId="{4CE400CA-22A2-4277-A1C4-C1D44DD24C65}" srcOrd="0" destOrd="0" presId="urn:microsoft.com/office/officeart/2005/8/layout/vList5"/>
    <dgm:cxn modelId="{0BCF3BFB-1D98-4D14-B924-AB4E6B3987FA}" type="presOf" srcId="{ADED19C6-B42E-466F-AF6F-0A4585457C41}" destId="{D7A0135E-3DA1-4878-A122-9D4CD27356B9}" srcOrd="0" destOrd="0" presId="urn:microsoft.com/office/officeart/2005/8/layout/vList5"/>
    <dgm:cxn modelId="{7091EA92-1064-465B-AAA0-94759D54602B}" type="presParOf" srcId="{4CE400CA-22A2-4277-A1C4-C1D44DD24C65}" destId="{BE8AD887-EBB4-4433-9DCE-46F8D80A8848}" srcOrd="0" destOrd="0" presId="urn:microsoft.com/office/officeart/2005/8/layout/vList5"/>
    <dgm:cxn modelId="{0DA2B465-7FB9-4430-B2BC-CD61ADD10B9B}" type="presParOf" srcId="{BE8AD887-EBB4-4433-9DCE-46F8D80A8848}" destId="{D7A0135E-3DA1-4878-A122-9D4CD27356B9}"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87B6A49-9F23-4D0D-86E8-D5CE6A48CBE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2CFB4C7-9DDF-46B7-8DC3-75CAE37A6FBF}">
      <dgm:prSet/>
      <dgm:spPr>
        <a:ln>
          <a:solidFill>
            <a:schemeClr val="tx1"/>
          </a:solidFill>
        </a:ln>
      </dgm:spPr>
      <dgm:t>
        <a:bodyPr/>
        <a:lstStyle/>
        <a:p>
          <a:r>
            <a:rPr lang="en-IN" b="0" i="1" dirty="0">
              <a:solidFill>
                <a:schemeClr val="accent4"/>
              </a:solidFill>
            </a:rPr>
            <a:t>Antimatter in large quantities would have a mechanism to produce power on a scale several magnitudes above the current level of technology.[citation needed] In antimatter-matter collisions, the entire rest mass of the particles is converted to radiant energy. Their energy density (energy released per mass) is about four orders of magnitude greater than that from using nuclear fission, and about two orders of magnitude greater than the best possible yield from fusion. The reaction of 1 kg of anti-matter with 1 kg of matter would produce 1.8×1017 J (180 petajoules) of energy.</a:t>
          </a:r>
        </a:p>
        <a:p>
          <a:r>
            <a:rPr lang="en-IN" b="0" i="1" dirty="0">
              <a:solidFill>
                <a:schemeClr val="accent4"/>
              </a:solidFill>
            </a:rPr>
            <a:t> Although antimatter is sometimes proposed as a source of energy, this does not appear feasible. Artificially producing antimatter according to current understanding of the laws of physics—involves first converting energy into mass, which yields no net energy. Artificially created antimatter is only usable as a medium of energy storage, not as an energy source, unless future technological developments (contrary to the conservation of the baryon number, such as a CP violation in favour of antimatter) allow the conversion of ordinary matter into anti-matter. Theoretically, humans may in the future have the capability to cultivate and harvest a number of naturally occurring sources of antimatter.</a:t>
          </a:r>
        </a:p>
      </dgm:t>
    </dgm:pt>
    <dgm:pt modelId="{2E172C24-EB9D-487C-B48D-A5EBADFB1BE1}" type="parTrans" cxnId="{B27913DF-2B93-4D03-87D8-5CEE94F0A181}">
      <dgm:prSet/>
      <dgm:spPr/>
      <dgm:t>
        <a:bodyPr/>
        <a:lstStyle/>
        <a:p>
          <a:endParaRPr lang="en-IN"/>
        </a:p>
      </dgm:t>
    </dgm:pt>
    <dgm:pt modelId="{DB473F7A-4F18-4E6F-84F7-EA6A7A028C97}" type="sibTrans" cxnId="{B27913DF-2B93-4D03-87D8-5CEE94F0A181}">
      <dgm:prSet/>
      <dgm:spPr/>
      <dgm:t>
        <a:bodyPr/>
        <a:lstStyle/>
        <a:p>
          <a:endParaRPr lang="en-IN"/>
        </a:p>
      </dgm:t>
    </dgm:pt>
    <dgm:pt modelId="{7EE411C4-3706-4002-8A19-3E3D36C3D523}" type="pres">
      <dgm:prSet presAssocID="{787B6A49-9F23-4D0D-86E8-D5CE6A48CBEA}" presName="linear" presStyleCnt="0">
        <dgm:presLayoutVars>
          <dgm:animLvl val="lvl"/>
          <dgm:resizeHandles val="exact"/>
        </dgm:presLayoutVars>
      </dgm:prSet>
      <dgm:spPr/>
    </dgm:pt>
    <dgm:pt modelId="{4E715F8C-2C67-4A70-80B6-FC3059841066}" type="pres">
      <dgm:prSet presAssocID="{22CFB4C7-9DDF-46B7-8DC3-75CAE37A6FBF}" presName="parentText" presStyleLbl="node1" presStyleIdx="0" presStyleCnt="1" custScaleY="55092" custLinFactNeighborY="478">
        <dgm:presLayoutVars>
          <dgm:chMax val="0"/>
          <dgm:bulletEnabled val="1"/>
        </dgm:presLayoutVars>
      </dgm:prSet>
      <dgm:spPr/>
    </dgm:pt>
  </dgm:ptLst>
  <dgm:cxnLst>
    <dgm:cxn modelId="{87166826-1443-4224-9CE8-B779C4B1A3DC}" type="presOf" srcId="{22CFB4C7-9DDF-46B7-8DC3-75CAE37A6FBF}" destId="{4E715F8C-2C67-4A70-80B6-FC3059841066}" srcOrd="0" destOrd="0" presId="urn:microsoft.com/office/officeart/2005/8/layout/vList2"/>
    <dgm:cxn modelId="{671BB3D6-C3F5-439E-B284-13B6A640CA3E}" type="presOf" srcId="{787B6A49-9F23-4D0D-86E8-D5CE6A48CBEA}" destId="{7EE411C4-3706-4002-8A19-3E3D36C3D523}" srcOrd="0" destOrd="0" presId="urn:microsoft.com/office/officeart/2005/8/layout/vList2"/>
    <dgm:cxn modelId="{B27913DF-2B93-4D03-87D8-5CEE94F0A181}" srcId="{787B6A49-9F23-4D0D-86E8-D5CE6A48CBEA}" destId="{22CFB4C7-9DDF-46B7-8DC3-75CAE37A6FBF}" srcOrd="0" destOrd="0" parTransId="{2E172C24-EB9D-487C-B48D-A5EBADFB1BE1}" sibTransId="{DB473F7A-4F18-4E6F-84F7-EA6A7A028C97}"/>
    <dgm:cxn modelId="{2553EAFE-52A8-46AE-A8DB-7CDD7B1840AC}" type="presParOf" srcId="{7EE411C4-3706-4002-8A19-3E3D36C3D523}" destId="{4E715F8C-2C67-4A70-80B6-FC305984106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910D0A8-7F91-4858-9FD2-807FE0CCBC3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15455C51-7CE6-472A-9155-B1CC46921065}">
      <dgm:prSet/>
      <dgm:spPr>
        <a:ln>
          <a:solidFill>
            <a:schemeClr val="tx1"/>
          </a:solidFill>
        </a:ln>
      </dgm:spPr>
      <dgm:t>
        <a:bodyPr/>
        <a:lstStyle/>
        <a:p>
          <a:r>
            <a:rPr lang="en-IN" b="1" i="0" dirty="0">
              <a:solidFill>
                <a:schemeClr val="accent4"/>
              </a:solidFill>
            </a:rPr>
            <a:t>Type I civilization methods</a:t>
          </a:r>
          <a:endParaRPr lang="en-IN" dirty="0">
            <a:solidFill>
              <a:schemeClr val="accent4"/>
            </a:solidFill>
          </a:endParaRPr>
        </a:p>
      </dgm:t>
    </dgm:pt>
    <dgm:pt modelId="{3C95E5DE-0F6D-4850-976B-B1F78BCB35ED}" type="parTrans" cxnId="{860B687F-641E-4316-8ACB-EFD3F8DCBD0C}">
      <dgm:prSet/>
      <dgm:spPr/>
      <dgm:t>
        <a:bodyPr/>
        <a:lstStyle/>
        <a:p>
          <a:endParaRPr lang="en-IN"/>
        </a:p>
      </dgm:t>
    </dgm:pt>
    <dgm:pt modelId="{4C652CE2-DFDE-4C28-A355-5D2328A114DC}" type="sibTrans" cxnId="{860B687F-641E-4316-8ACB-EFD3F8DCBD0C}">
      <dgm:prSet/>
      <dgm:spPr/>
      <dgm:t>
        <a:bodyPr/>
        <a:lstStyle/>
        <a:p>
          <a:endParaRPr lang="en-IN"/>
        </a:p>
      </dgm:t>
    </dgm:pt>
    <dgm:pt modelId="{930B7B45-AFF9-4219-A2E6-13EDA365DC70}" type="pres">
      <dgm:prSet presAssocID="{F910D0A8-7F91-4858-9FD2-807FE0CCBC32}" presName="Name0" presStyleCnt="0">
        <dgm:presLayoutVars>
          <dgm:dir/>
          <dgm:animLvl val="lvl"/>
          <dgm:resizeHandles val="exact"/>
        </dgm:presLayoutVars>
      </dgm:prSet>
      <dgm:spPr/>
    </dgm:pt>
    <dgm:pt modelId="{3C37D237-8C41-45AD-B3E4-8DC93E14F9DB}" type="pres">
      <dgm:prSet presAssocID="{15455C51-7CE6-472A-9155-B1CC46921065}" presName="linNode" presStyleCnt="0"/>
      <dgm:spPr/>
    </dgm:pt>
    <dgm:pt modelId="{58D00926-0B41-49FA-A2FB-B54332D18E68}" type="pres">
      <dgm:prSet presAssocID="{15455C51-7CE6-472A-9155-B1CC46921065}" presName="parentText" presStyleLbl="node1" presStyleIdx="0" presStyleCnt="1" custScaleX="148905" custLinFactNeighborY="39285">
        <dgm:presLayoutVars>
          <dgm:chMax val="1"/>
          <dgm:bulletEnabled val="1"/>
        </dgm:presLayoutVars>
      </dgm:prSet>
      <dgm:spPr/>
    </dgm:pt>
  </dgm:ptLst>
  <dgm:cxnLst>
    <dgm:cxn modelId="{BF012A44-B8D1-4169-B819-F18CE5C784C2}" type="presOf" srcId="{15455C51-7CE6-472A-9155-B1CC46921065}" destId="{58D00926-0B41-49FA-A2FB-B54332D18E68}" srcOrd="0" destOrd="0" presId="urn:microsoft.com/office/officeart/2005/8/layout/vList5"/>
    <dgm:cxn modelId="{860B687F-641E-4316-8ACB-EFD3F8DCBD0C}" srcId="{F910D0A8-7F91-4858-9FD2-807FE0CCBC32}" destId="{15455C51-7CE6-472A-9155-B1CC46921065}" srcOrd="0" destOrd="0" parTransId="{3C95E5DE-0F6D-4850-976B-B1F78BCB35ED}" sibTransId="{4C652CE2-DFDE-4C28-A355-5D2328A114DC}"/>
    <dgm:cxn modelId="{760A0EED-2907-4B3D-B788-CD8D67638E7C}" type="presOf" srcId="{F910D0A8-7F91-4858-9FD2-807FE0CCBC32}" destId="{930B7B45-AFF9-4219-A2E6-13EDA365DC70}" srcOrd="0" destOrd="0" presId="urn:microsoft.com/office/officeart/2005/8/layout/vList5"/>
    <dgm:cxn modelId="{A94363A3-08B0-4BFB-8B13-1ECBCB69E03F}" type="presParOf" srcId="{930B7B45-AFF9-4219-A2E6-13EDA365DC70}" destId="{3C37D237-8C41-45AD-B3E4-8DC93E14F9DB}" srcOrd="0" destOrd="0" presId="urn:microsoft.com/office/officeart/2005/8/layout/vList5"/>
    <dgm:cxn modelId="{EA60AC77-0F69-4DF0-98BF-7C4D986404C2}" type="presParOf" srcId="{3C37D237-8C41-45AD-B3E4-8DC93E14F9DB}" destId="{58D00926-0B41-49FA-A2FB-B54332D18E68}"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DADF0B7-4232-4332-B57B-1FDF60FE775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EE35287-4471-41B7-8449-CA8174BD4BCB}">
      <dgm:prSet/>
      <dgm:spPr>
        <a:ln>
          <a:solidFill>
            <a:schemeClr val="tx1"/>
          </a:solidFill>
        </a:ln>
      </dgm:spPr>
      <dgm:t>
        <a:bodyPr/>
        <a:lstStyle/>
        <a:p>
          <a:r>
            <a:rPr lang="en-IN" b="1" i="1" dirty="0">
              <a:solidFill>
                <a:schemeClr val="accent4"/>
              </a:solidFill>
            </a:rPr>
            <a:t>Renewable energy through converting sunlight into electricity—either by using solar cells and concentrating solar power or indirectly through biofuel, wind and hydroelectric power. There is no known way for human civilization to use the equivalent of the Earth's total absorbed solar energy without completely coating the surface with human-made structures, which is not feasible with current technology. However, if a civilization constructed very large space-based solar power satellites, Type I power levels might become achievable—these could convert sunlight to microwave power and beam that to collectors on Earth.</a:t>
          </a:r>
        </a:p>
      </dgm:t>
    </dgm:pt>
    <dgm:pt modelId="{2D840D75-50E1-4E5D-84C1-5AF5325F6581}" type="parTrans" cxnId="{F44C7E24-A6FD-429E-B144-2612C2561F0E}">
      <dgm:prSet/>
      <dgm:spPr/>
      <dgm:t>
        <a:bodyPr/>
        <a:lstStyle/>
        <a:p>
          <a:endParaRPr lang="en-IN"/>
        </a:p>
      </dgm:t>
    </dgm:pt>
    <dgm:pt modelId="{CEA0CBDC-6B8C-4A4F-875A-1D785D1EE3A9}" type="sibTrans" cxnId="{F44C7E24-A6FD-429E-B144-2612C2561F0E}">
      <dgm:prSet/>
      <dgm:spPr/>
      <dgm:t>
        <a:bodyPr/>
        <a:lstStyle/>
        <a:p>
          <a:endParaRPr lang="en-IN"/>
        </a:p>
      </dgm:t>
    </dgm:pt>
    <dgm:pt modelId="{E18440B6-CD86-46C8-8D98-A28E16D5C6A8}">
      <dgm:prSet/>
      <dgm:spPr>
        <a:ln>
          <a:solidFill>
            <a:schemeClr val="tx1"/>
          </a:solidFill>
        </a:ln>
      </dgm:spPr>
      <dgm:t>
        <a:bodyPr/>
        <a:lstStyle/>
        <a:p>
          <a:r>
            <a:rPr lang="en-IN" b="1" i="1" dirty="0">
              <a:solidFill>
                <a:schemeClr val="accent4"/>
              </a:solidFill>
            </a:rPr>
            <a:t>Large-scale application of fusion power. According to mass–energy equivalence, Type I implies the conversion of about 2 kg of matter to energy per second. An equivalent energy release could theoretically be achieved by fusing approximately 280 kg of hydrogen into helium per second, a rate roughly equivalent to 8.9×109 kg/year. A cubic km of water contains about 1011 kg of hydrogen, and the Earth's oceans contain about 1.3×109 cubic km of water, meaning that humans on Earth could sustain this rate of consumption over geological time-scales, in terms of available hydrogen.</a:t>
          </a:r>
        </a:p>
      </dgm:t>
    </dgm:pt>
    <dgm:pt modelId="{C4694148-4CD7-4ADA-A1F6-704B27F06925}" type="parTrans" cxnId="{49B3908D-E201-4FDD-AFF1-BBAABC080564}">
      <dgm:prSet/>
      <dgm:spPr/>
      <dgm:t>
        <a:bodyPr/>
        <a:lstStyle/>
        <a:p>
          <a:endParaRPr lang="en-IN"/>
        </a:p>
      </dgm:t>
    </dgm:pt>
    <dgm:pt modelId="{61A10901-80BE-4386-921E-0B5023BDB3A9}" type="sibTrans" cxnId="{49B3908D-E201-4FDD-AFF1-BBAABC080564}">
      <dgm:prSet/>
      <dgm:spPr/>
      <dgm:t>
        <a:bodyPr/>
        <a:lstStyle/>
        <a:p>
          <a:endParaRPr lang="en-IN"/>
        </a:p>
      </dgm:t>
    </dgm:pt>
    <dgm:pt modelId="{D089C5B8-378B-4A12-BBEF-DC87CE30AB41}" type="pres">
      <dgm:prSet presAssocID="{BDADF0B7-4232-4332-B57B-1FDF60FE7755}" presName="linear" presStyleCnt="0">
        <dgm:presLayoutVars>
          <dgm:animLvl val="lvl"/>
          <dgm:resizeHandles val="exact"/>
        </dgm:presLayoutVars>
      </dgm:prSet>
      <dgm:spPr/>
    </dgm:pt>
    <dgm:pt modelId="{3CAA07CF-6EAD-40CE-852F-F37346CA347C}" type="pres">
      <dgm:prSet presAssocID="{6EE35287-4471-41B7-8449-CA8174BD4BCB}" presName="parentText" presStyleLbl="node1" presStyleIdx="0" presStyleCnt="2" custLinFactY="-10662" custLinFactNeighborY="-100000">
        <dgm:presLayoutVars>
          <dgm:chMax val="0"/>
          <dgm:bulletEnabled val="1"/>
        </dgm:presLayoutVars>
      </dgm:prSet>
      <dgm:spPr/>
    </dgm:pt>
    <dgm:pt modelId="{5B3E88BC-2572-4B47-BB20-248370DC06E7}" type="pres">
      <dgm:prSet presAssocID="{CEA0CBDC-6B8C-4A4F-875A-1D785D1EE3A9}" presName="spacer" presStyleCnt="0"/>
      <dgm:spPr/>
    </dgm:pt>
    <dgm:pt modelId="{535EF769-EC84-45CB-975E-76D28C9F63C2}" type="pres">
      <dgm:prSet presAssocID="{E18440B6-CD86-46C8-8D98-A28E16D5C6A8}" presName="parentText" presStyleLbl="node1" presStyleIdx="1" presStyleCnt="2" custScaleY="105918">
        <dgm:presLayoutVars>
          <dgm:chMax val="0"/>
          <dgm:bulletEnabled val="1"/>
        </dgm:presLayoutVars>
      </dgm:prSet>
      <dgm:spPr/>
    </dgm:pt>
  </dgm:ptLst>
  <dgm:cxnLst>
    <dgm:cxn modelId="{02038022-A320-4832-90E5-56150EBD190B}" type="presOf" srcId="{E18440B6-CD86-46C8-8D98-A28E16D5C6A8}" destId="{535EF769-EC84-45CB-975E-76D28C9F63C2}" srcOrd="0" destOrd="0" presId="urn:microsoft.com/office/officeart/2005/8/layout/vList2"/>
    <dgm:cxn modelId="{F44C7E24-A6FD-429E-B144-2612C2561F0E}" srcId="{BDADF0B7-4232-4332-B57B-1FDF60FE7755}" destId="{6EE35287-4471-41B7-8449-CA8174BD4BCB}" srcOrd="0" destOrd="0" parTransId="{2D840D75-50E1-4E5D-84C1-5AF5325F6581}" sibTransId="{CEA0CBDC-6B8C-4A4F-875A-1D785D1EE3A9}"/>
    <dgm:cxn modelId="{B882F758-76AE-4F6D-A6D1-19152162A662}" type="presOf" srcId="{6EE35287-4471-41B7-8449-CA8174BD4BCB}" destId="{3CAA07CF-6EAD-40CE-852F-F37346CA347C}" srcOrd="0" destOrd="0" presId="urn:microsoft.com/office/officeart/2005/8/layout/vList2"/>
    <dgm:cxn modelId="{49B3908D-E201-4FDD-AFF1-BBAABC080564}" srcId="{BDADF0B7-4232-4332-B57B-1FDF60FE7755}" destId="{E18440B6-CD86-46C8-8D98-A28E16D5C6A8}" srcOrd="1" destOrd="0" parTransId="{C4694148-4CD7-4ADA-A1F6-704B27F06925}" sibTransId="{61A10901-80BE-4386-921E-0B5023BDB3A9}"/>
    <dgm:cxn modelId="{41B51AF5-3CAB-4BFD-874D-5412CF111F0C}" type="presOf" srcId="{BDADF0B7-4232-4332-B57B-1FDF60FE7755}" destId="{D089C5B8-378B-4A12-BBEF-DC87CE30AB41}" srcOrd="0" destOrd="0" presId="urn:microsoft.com/office/officeart/2005/8/layout/vList2"/>
    <dgm:cxn modelId="{834B2A02-15DE-4297-992E-C166941D2192}" type="presParOf" srcId="{D089C5B8-378B-4A12-BBEF-DC87CE30AB41}" destId="{3CAA07CF-6EAD-40CE-852F-F37346CA347C}" srcOrd="0" destOrd="0" presId="urn:microsoft.com/office/officeart/2005/8/layout/vList2"/>
    <dgm:cxn modelId="{84F67513-B0ED-4EFB-8980-D97436A25283}" type="presParOf" srcId="{D089C5B8-378B-4A12-BBEF-DC87CE30AB41}" destId="{5B3E88BC-2572-4B47-BB20-248370DC06E7}" srcOrd="1" destOrd="0" presId="urn:microsoft.com/office/officeart/2005/8/layout/vList2"/>
    <dgm:cxn modelId="{07AB7FBE-3106-408A-AE2B-0361219A7EF7}" type="presParOf" srcId="{D089C5B8-378B-4A12-BBEF-DC87CE30AB41}" destId="{535EF769-EC84-45CB-975E-76D28C9F63C2}"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D627A75-CA60-40F9-8013-629CBB7873C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24E5E0D-535C-4ED5-987A-5665413C916B}">
      <dgm:prSet/>
      <dgm:spPr>
        <a:ln>
          <a:solidFill>
            <a:schemeClr val="tx1"/>
          </a:solidFill>
        </a:ln>
      </dgm:spPr>
      <dgm:t>
        <a:bodyPr/>
        <a:lstStyle/>
        <a:p>
          <a:r>
            <a:rPr lang="en-IN" b="1" i="1" dirty="0">
              <a:solidFill>
                <a:schemeClr val="accent4"/>
              </a:solidFill>
            </a:rPr>
            <a:t>Type II civilizations might use the same techniques employed by a Type I civilization, but applied to a large number of planets in a large number of planetary systems.</a:t>
          </a:r>
        </a:p>
      </dgm:t>
    </dgm:pt>
    <dgm:pt modelId="{CE6376B7-F028-4B7C-8867-717F39E0E976}" type="parTrans" cxnId="{B9C1ADDC-16CB-420C-953C-8AF08206EC5F}">
      <dgm:prSet/>
      <dgm:spPr/>
      <dgm:t>
        <a:bodyPr/>
        <a:lstStyle/>
        <a:p>
          <a:endParaRPr lang="en-IN"/>
        </a:p>
      </dgm:t>
    </dgm:pt>
    <dgm:pt modelId="{958631D0-AFA8-4A63-A179-821B3F0A413F}" type="sibTrans" cxnId="{B9C1ADDC-16CB-420C-953C-8AF08206EC5F}">
      <dgm:prSet/>
      <dgm:spPr/>
      <dgm:t>
        <a:bodyPr/>
        <a:lstStyle/>
        <a:p>
          <a:endParaRPr lang="en-IN"/>
        </a:p>
      </dgm:t>
    </dgm:pt>
    <dgm:pt modelId="{F9CCA8D3-036B-4934-8826-580B4EAE3728}">
      <dgm:prSet/>
      <dgm:spPr>
        <a:ln>
          <a:solidFill>
            <a:schemeClr val="tx1"/>
          </a:solidFill>
        </a:ln>
      </dgm:spPr>
      <dgm:t>
        <a:bodyPr/>
        <a:lstStyle/>
        <a:p>
          <a:r>
            <a:rPr lang="en-IN" b="1" i="1" dirty="0">
              <a:solidFill>
                <a:schemeClr val="accent4"/>
              </a:solidFill>
            </a:rPr>
            <a:t>A Dyson sphere or Dyson swarm and similar constructs are hypothetical megastructures originally described by Freeman Dyson as a system of orbiting solar power satellites meant to enclose a star completely and capture most or all of its energy output.</a:t>
          </a:r>
        </a:p>
      </dgm:t>
    </dgm:pt>
    <dgm:pt modelId="{04ED9E0F-302B-4302-B42F-4C4257A9C246}" type="parTrans" cxnId="{7CDEE69F-D623-408D-B1E4-ADF9F512C8E5}">
      <dgm:prSet/>
      <dgm:spPr/>
      <dgm:t>
        <a:bodyPr/>
        <a:lstStyle/>
        <a:p>
          <a:endParaRPr lang="en-IN"/>
        </a:p>
      </dgm:t>
    </dgm:pt>
    <dgm:pt modelId="{6E6C3C11-E014-4364-A825-53E0DC56F090}" type="sibTrans" cxnId="{7CDEE69F-D623-408D-B1E4-ADF9F512C8E5}">
      <dgm:prSet/>
      <dgm:spPr/>
      <dgm:t>
        <a:bodyPr/>
        <a:lstStyle/>
        <a:p>
          <a:endParaRPr lang="en-IN"/>
        </a:p>
      </dgm:t>
    </dgm:pt>
    <dgm:pt modelId="{EBA3B35D-5109-49ED-B9B4-62BA66C42052}">
      <dgm:prSet/>
      <dgm:spPr>
        <a:ln>
          <a:solidFill>
            <a:schemeClr val="tx1"/>
          </a:solidFill>
        </a:ln>
      </dgm:spPr>
      <dgm:t>
        <a:bodyPr/>
        <a:lstStyle/>
        <a:p>
          <a:r>
            <a:rPr lang="en-IN" b="1" i="1" dirty="0">
              <a:solidFill>
                <a:schemeClr val="accent4"/>
              </a:solidFill>
            </a:rPr>
            <a:t>Another means to generate usable energy would be to feed a stellar mass into a black hole, and collect photons emitted by the accretion disc.[16][17] Less exotic would be simply to capture photons already escaping from the accretion disc, reducing a black hole's angular momentum; this is known as the Penrose process.</a:t>
          </a:r>
        </a:p>
      </dgm:t>
    </dgm:pt>
    <dgm:pt modelId="{FC4170A9-790B-489E-AB09-4400DCDC866C}" type="parTrans" cxnId="{102C0FD3-9097-4961-8BDE-A5C21DA38855}">
      <dgm:prSet/>
      <dgm:spPr/>
      <dgm:t>
        <a:bodyPr/>
        <a:lstStyle/>
        <a:p>
          <a:endParaRPr lang="en-IN"/>
        </a:p>
      </dgm:t>
    </dgm:pt>
    <dgm:pt modelId="{E5A7F015-F122-4EFA-944D-2D7856A465A3}" type="sibTrans" cxnId="{102C0FD3-9097-4961-8BDE-A5C21DA38855}">
      <dgm:prSet/>
      <dgm:spPr/>
      <dgm:t>
        <a:bodyPr/>
        <a:lstStyle/>
        <a:p>
          <a:endParaRPr lang="en-IN"/>
        </a:p>
      </dgm:t>
    </dgm:pt>
    <dgm:pt modelId="{D7E96E53-7586-4833-B5E7-F54A30774335}" type="pres">
      <dgm:prSet presAssocID="{6D627A75-CA60-40F9-8013-629CBB7873CB}" presName="linear" presStyleCnt="0">
        <dgm:presLayoutVars>
          <dgm:animLvl val="lvl"/>
          <dgm:resizeHandles val="exact"/>
        </dgm:presLayoutVars>
      </dgm:prSet>
      <dgm:spPr/>
    </dgm:pt>
    <dgm:pt modelId="{B38F27DB-EDA8-4590-8C4A-9040B64EE985}" type="pres">
      <dgm:prSet presAssocID="{424E5E0D-535C-4ED5-987A-5665413C916B}" presName="parentText" presStyleLbl="node1" presStyleIdx="0" presStyleCnt="3" custLinFactY="2076" custLinFactNeighborY="100000">
        <dgm:presLayoutVars>
          <dgm:chMax val="0"/>
          <dgm:bulletEnabled val="1"/>
        </dgm:presLayoutVars>
      </dgm:prSet>
      <dgm:spPr/>
    </dgm:pt>
    <dgm:pt modelId="{C3B392CA-1910-483B-93B0-0219C52E04B1}" type="pres">
      <dgm:prSet presAssocID="{958631D0-AFA8-4A63-A179-821B3F0A413F}" presName="spacer" presStyleCnt="0"/>
      <dgm:spPr/>
    </dgm:pt>
    <dgm:pt modelId="{D891E8E8-856C-4BD3-8C6F-DFA9F6A57F96}" type="pres">
      <dgm:prSet presAssocID="{F9CCA8D3-036B-4934-8826-580B4EAE3728}" presName="parentText" presStyleLbl="node1" presStyleIdx="1" presStyleCnt="3" custLinFactY="1020" custLinFactNeighborY="100000">
        <dgm:presLayoutVars>
          <dgm:chMax val="0"/>
          <dgm:bulletEnabled val="1"/>
        </dgm:presLayoutVars>
      </dgm:prSet>
      <dgm:spPr/>
    </dgm:pt>
    <dgm:pt modelId="{47B51E86-CD4A-49E7-ADDE-D45114A07104}" type="pres">
      <dgm:prSet presAssocID="{6E6C3C11-E014-4364-A825-53E0DC56F090}" presName="spacer" presStyleCnt="0"/>
      <dgm:spPr/>
    </dgm:pt>
    <dgm:pt modelId="{2DF87BAB-2933-4AA2-A215-9250293A26FC}" type="pres">
      <dgm:prSet presAssocID="{EBA3B35D-5109-49ED-B9B4-62BA66C42052}" presName="parentText" presStyleLbl="node1" presStyleIdx="2" presStyleCnt="3" custLinFactY="17923" custLinFactNeighborY="100000">
        <dgm:presLayoutVars>
          <dgm:chMax val="0"/>
          <dgm:bulletEnabled val="1"/>
        </dgm:presLayoutVars>
      </dgm:prSet>
      <dgm:spPr/>
    </dgm:pt>
  </dgm:ptLst>
  <dgm:cxnLst>
    <dgm:cxn modelId="{4A489D05-D982-4C9E-BA47-398B5DFEDE2D}" type="presOf" srcId="{F9CCA8D3-036B-4934-8826-580B4EAE3728}" destId="{D891E8E8-856C-4BD3-8C6F-DFA9F6A57F96}" srcOrd="0" destOrd="0" presId="urn:microsoft.com/office/officeart/2005/8/layout/vList2"/>
    <dgm:cxn modelId="{482B313A-A24A-453E-A500-33EF3C8B0C36}" type="presOf" srcId="{6D627A75-CA60-40F9-8013-629CBB7873CB}" destId="{D7E96E53-7586-4833-B5E7-F54A30774335}" srcOrd="0" destOrd="0" presId="urn:microsoft.com/office/officeart/2005/8/layout/vList2"/>
    <dgm:cxn modelId="{4CEA7296-7609-4851-9DDD-5922FFA5E945}" type="presOf" srcId="{EBA3B35D-5109-49ED-B9B4-62BA66C42052}" destId="{2DF87BAB-2933-4AA2-A215-9250293A26FC}" srcOrd="0" destOrd="0" presId="urn:microsoft.com/office/officeart/2005/8/layout/vList2"/>
    <dgm:cxn modelId="{7CDEE69F-D623-408D-B1E4-ADF9F512C8E5}" srcId="{6D627A75-CA60-40F9-8013-629CBB7873CB}" destId="{F9CCA8D3-036B-4934-8826-580B4EAE3728}" srcOrd="1" destOrd="0" parTransId="{04ED9E0F-302B-4302-B42F-4C4257A9C246}" sibTransId="{6E6C3C11-E014-4364-A825-53E0DC56F090}"/>
    <dgm:cxn modelId="{226FA5D2-8264-411F-8DE5-7E46A7DCE2D2}" type="presOf" srcId="{424E5E0D-535C-4ED5-987A-5665413C916B}" destId="{B38F27DB-EDA8-4590-8C4A-9040B64EE985}" srcOrd="0" destOrd="0" presId="urn:microsoft.com/office/officeart/2005/8/layout/vList2"/>
    <dgm:cxn modelId="{102C0FD3-9097-4961-8BDE-A5C21DA38855}" srcId="{6D627A75-CA60-40F9-8013-629CBB7873CB}" destId="{EBA3B35D-5109-49ED-B9B4-62BA66C42052}" srcOrd="2" destOrd="0" parTransId="{FC4170A9-790B-489E-AB09-4400DCDC866C}" sibTransId="{E5A7F015-F122-4EFA-944D-2D7856A465A3}"/>
    <dgm:cxn modelId="{B9C1ADDC-16CB-420C-953C-8AF08206EC5F}" srcId="{6D627A75-CA60-40F9-8013-629CBB7873CB}" destId="{424E5E0D-535C-4ED5-987A-5665413C916B}" srcOrd="0" destOrd="0" parTransId="{CE6376B7-F028-4B7C-8867-717F39E0E976}" sibTransId="{958631D0-AFA8-4A63-A179-821B3F0A413F}"/>
    <dgm:cxn modelId="{7B2594A2-6871-4C95-B229-43654B707747}" type="presParOf" srcId="{D7E96E53-7586-4833-B5E7-F54A30774335}" destId="{B38F27DB-EDA8-4590-8C4A-9040B64EE985}" srcOrd="0" destOrd="0" presId="urn:microsoft.com/office/officeart/2005/8/layout/vList2"/>
    <dgm:cxn modelId="{1BECEE63-F4B5-45B5-96EA-37D4B915A77F}" type="presParOf" srcId="{D7E96E53-7586-4833-B5E7-F54A30774335}" destId="{C3B392CA-1910-483B-93B0-0219C52E04B1}" srcOrd="1" destOrd="0" presId="urn:microsoft.com/office/officeart/2005/8/layout/vList2"/>
    <dgm:cxn modelId="{BB5F86DE-975D-48F6-9CE8-7700D8F287FD}" type="presParOf" srcId="{D7E96E53-7586-4833-B5E7-F54A30774335}" destId="{D891E8E8-856C-4BD3-8C6F-DFA9F6A57F96}" srcOrd="2" destOrd="0" presId="urn:microsoft.com/office/officeart/2005/8/layout/vList2"/>
    <dgm:cxn modelId="{9C92D38E-312F-451D-95F0-3F87BB5F2988}" type="presParOf" srcId="{D7E96E53-7586-4833-B5E7-F54A30774335}" destId="{47B51E86-CD4A-49E7-ADDE-D45114A07104}" srcOrd="3" destOrd="0" presId="urn:microsoft.com/office/officeart/2005/8/layout/vList2"/>
    <dgm:cxn modelId="{6A9070E7-6190-4845-B1A1-ED63A8A3C523}" type="presParOf" srcId="{D7E96E53-7586-4833-B5E7-F54A30774335}" destId="{2DF87BAB-2933-4AA2-A215-9250293A26F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731D66B-BEF7-42B6-A4F6-D3BACF15085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C16DD468-7A8D-4B99-A967-F30C9C592D15}">
      <dgm:prSet custT="1"/>
      <dgm:spPr>
        <a:ln>
          <a:solidFill>
            <a:schemeClr val="tx1"/>
          </a:solidFill>
        </a:ln>
      </dgm:spPr>
      <dgm:t>
        <a:bodyPr/>
        <a:lstStyle/>
        <a:p>
          <a:r>
            <a:rPr lang="en-IN" sz="2400" b="1" i="0" dirty="0">
              <a:solidFill>
                <a:schemeClr val="accent4"/>
              </a:solidFill>
            </a:rPr>
            <a:t>Type II civilization methods</a:t>
          </a:r>
          <a:endParaRPr lang="en-IN" sz="2400" dirty="0">
            <a:solidFill>
              <a:schemeClr val="accent4"/>
            </a:solidFill>
          </a:endParaRPr>
        </a:p>
      </dgm:t>
    </dgm:pt>
    <dgm:pt modelId="{F68479A3-CE85-4116-AF30-99FC3EBF776E}" type="parTrans" cxnId="{186F71BE-F939-4D20-8E14-979CA0E93926}">
      <dgm:prSet/>
      <dgm:spPr/>
      <dgm:t>
        <a:bodyPr/>
        <a:lstStyle/>
        <a:p>
          <a:endParaRPr lang="en-IN"/>
        </a:p>
      </dgm:t>
    </dgm:pt>
    <dgm:pt modelId="{5B28E443-C8CB-402D-83F3-A27D84C4B8CF}" type="sibTrans" cxnId="{186F71BE-F939-4D20-8E14-979CA0E93926}">
      <dgm:prSet/>
      <dgm:spPr/>
      <dgm:t>
        <a:bodyPr/>
        <a:lstStyle/>
        <a:p>
          <a:endParaRPr lang="en-IN"/>
        </a:p>
      </dgm:t>
    </dgm:pt>
    <dgm:pt modelId="{7FC975B1-0E60-4918-9D44-259453864C45}" type="pres">
      <dgm:prSet presAssocID="{F731D66B-BEF7-42B6-A4F6-D3BACF150854}" presName="Name0" presStyleCnt="0">
        <dgm:presLayoutVars>
          <dgm:dir/>
          <dgm:animLvl val="lvl"/>
          <dgm:resizeHandles val="exact"/>
        </dgm:presLayoutVars>
      </dgm:prSet>
      <dgm:spPr/>
    </dgm:pt>
    <dgm:pt modelId="{FD950216-FC30-4F3B-BB50-B3ED8D3AC3F3}" type="pres">
      <dgm:prSet presAssocID="{C16DD468-7A8D-4B99-A967-F30C9C592D15}" presName="linNode" presStyleCnt="0"/>
      <dgm:spPr/>
    </dgm:pt>
    <dgm:pt modelId="{56B207E4-B551-4A39-B7CD-8408B677BCEE}" type="pres">
      <dgm:prSet presAssocID="{C16DD468-7A8D-4B99-A967-F30C9C592D15}" presName="parentText" presStyleLbl="node1" presStyleIdx="0" presStyleCnt="1">
        <dgm:presLayoutVars>
          <dgm:chMax val="1"/>
          <dgm:bulletEnabled val="1"/>
        </dgm:presLayoutVars>
      </dgm:prSet>
      <dgm:spPr/>
    </dgm:pt>
  </dgm:ptLst>
  <dgm:cxnLst>
    <dgm:cxn modelId="{0AE74FAC-B904-48F4-8245-DDA9F3D4C847}" type="presOf" srcId="{C16DD468-7A8D-4B99-A967-F30C9C592D15}" destId="{56B207E4-B551-4A39-B7CD-8408B677BCEE}" srcOrd="0" destOrd="0" presId="urn:microsoft.com/office/officeart/2005/8/layout/vList5"/>
    <dgm:cxn modelId="{DF9805B7-9466-4438-BB78-E65962090CEB}" type="presOf" srcId="{F731D66B-BEF7-42B6-A4F6-D3BACF150854}" destId="{7FC975B1-0E60-4918-9D44-259453864C45}" srcOrd="0" destOrd="0" presId="urn:microsoft.com/office/officeart/2005/8/layout/vList5"/>
    <dgm:cxn modelId="{186F71BE-F939-4D20-8E14-979CA0E93926}" srcId="{F731D66B-BEF7-42B6-A4F6-D3BACF150854}" destId="{C16DD468-7A8D-4B99-A967-F30C9C592D15}" srcOrd="0" destOrd="0" parTransId="{F68479A3-CE85-4116-AF30-99FC3EBF776E}" sibTransId="{5B28E443-C8CB-402D-83F3-A27D84C4B8CF}"/>
    <dgm:cxn modelId="{84121B73-B2B6-4502-8B92-5C421CE492B4}" type="presParOf" srcId="{7FC975B1-0E60-4918-9D44-259453864C45}" destId="{FD950216-FC30-4F3B-BB50-B3ED8D3AC3F3}" srcOrd="0" destOrd="0" presId="urn:microsoft.com/office/officeart/2005/8/layout/vList5"/>
    <dgm:cxn modelId="{E46056AF-E2F0-421B-B886-5C382F2DB163}" type="presParOf" srcId="{FD950216-FC30-4F3B-BB50-B3ED8D3AC3F3}" destId="{56B207E4-B551-4A39-B7CD-8408B677BCEE}"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6D84521-60CD-48AC-863A-90C28133216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B59F0094-CB51-47A5-8470-67672D334A45}">
      <dgm:prSet/>
      <dgm:spPr>
        <a:ln>
          <a:solidFill>
            <a:schemeClr val="tx1"/>
          </a:solidFill>
        </a:ln>
      </dgm:spPr>
      <dgm:t>
        <a:bodyPr/>
        <a:lstStyle/>
        <a:p>
          <a:r>
            <a:rPr lang="en-IN" b="0" i="0" dirty="0">
              <a:solidFill>
                <a:schemeClr val="accent4"/>
              </a:solidFill>
            </a:rPr>
            <a:t>Star lifting is a process where an advanced civilization could remove a substantial portion of a star's matter in a controlled manner for other uses.</a:t>
          </a:r>
          <a:endParaRPr lang="en-IN" dirty="0">
            <a:solidFill>
              <a:schemeClr val="accent4"/>
            </a:solidFill>
          </a:endParaRPr>
        </a:p>
      </dgm:t>
    </dgm:pt>
    <dgm:pt modelId="{EC39541E-522A-41B9-81B2-8C6309B0175E}" type="parTrans" cxnId="{D04AC707-A6A3-4F5D-A0BA-9538DC8B2E3B}">
      <dgm:prSet/>
      <dgm:spPr/>
      <dgm:t>
        <a:bodyPr/>
        <a:lstStyle/>
        <a:p>
          <a:endParaRPr lang="en-IN"/>
        </a:p>
      </dgm:t>
    </dgm:pt>
    <dgm:pt modelId="{97EAB77C-C7B5-4C64-B708-F8C6CA4E30B8}" type="sibTrans" cxnId="{D04AC707-A6A3-4F5D-A0BA-9538DC8B2E3B}">
      <dgm:prSet/>
      <dgm:spPr/>
      <dgm:t>
        <a:bodyPr/>
        <a:lstStyle/>
        <a:p>
          <a:endParaRPr lang="en-IN"/>
        </a:p>
      </dgm:t>
    </dgm:pt>
    <dgm:pt modelId="{EBFAF20B-CD81-4D60-91F3-BACCA28150D9}">
      <dgm:prSet/>
      <dgm:spPr>
        <a:ln>
          <a:solidFill>
            <a:schemeClr val="tx1"/>
          </a:solidFill>
        </a:ln>
      </dgm:spPr>
      <dgm:t>
        <a:bodyPr/>
        <a:lstStyle/>
        <a:p>
          <a:r>
            <a:rPr lang="en-IN" b="0" i="0" dirty="0">
              <a:solidFill>
                <a:schemeClr val="accent4"/>
              </a:solidFill>
            </a:rPr>
            <a:t>Antimatter is likely to be produced as an industrial by product of a number of mega scale engineering processes (such as the aforementioned star lifting) and, therefore, could be recycled.</a:t>
          </a:r>
          <a:endParaRPr lang="en-IN" dirty="0">
            <a:solidFill>
              <a:schemeClr val="accent4"/>
            </a:solidFill>
          </a:endParaRPr>
        </a:p>
      </dgm:t>
    </dgm:pt>
    <dgm:pt modelId="{A45C8BFD-CE6F-4B81-83E4-80272DEBDAFC}" type="parTrans" cxnId="{5D6160AD-09F3-4EBC-A06D-48B69E5CDBFC}">
      <dgm:prSet/>
      <dgm:spPr/>
      <dgm:t>
        <a:bodyPr/>
        <a:lstStyle/>
        <a:p>
          <a:endParaRPr lang="en-IN"/>
        </a:p>
      </dgm:t>
    </dgm:pt>
    <dgm:pt modelId="{92B6D4C9-5114-4719-8D70-62910FC75B57}" type="sibTrans" cxnId="{5D6160AD-09F3-4EBC-A06D-48B69E5CDBFC}">
      <dgm:prSet/>
      <dgm:spPr/>
      <dgm:t>
        <a:bodyPr/>
        <a:lstStyle/>
        <a:p>
          <a:endParaRPr lang="en-IN"/>
        </a:p>
      </dgm:t>
    </dgm:pt>
    <dgm:pt modelId="{F95F00BA-DB02-485C-AE8D-7AFB7522E05A}">
      <dgm:prSet/>
      <dgm:spPr>
        <a:ln>
          <a:solidFill>
            <a:schemeClr val="tx1"/>
          </a:solidFill>
        </a:ln>
      </dgm:spPr>
      <dgm:t>
        <a:bodyPr/>
        <a:lstStyle/>
        <a:p>
          <a:r>
            <a:rPr lang="en-IN" b="0" i="0" dirty="0">
              <a:solidFill>
                <a:schemeClr val="accent4"/>
              </a:solidFill>
            </a:rPr>
            <a:t>In multiple-star systems of a sufficiently large number of stars, absorbing a small but significant fraction of the output of each individual star.</a:t>
          </a:r>
          <a:endParaRPr lang="en-IN" dirty="0">
            <a:solidFill>
              <a:schemeClr val="accent4"/>
            </a:solidFill>
          </a:endParaRPr>
        </a:p>
      </dgm:t>
    </dgm:pt>
    <dgm:pt modelId="{225ECC26-CE23-44A1-BB4C-3919D7E51A9C}" type="parTrans" cxnId="{50BF1749-C677-4C1E-BAB6-EF358728F084}">
      <dgm:prSet/>
      <dgm:spPr/>
      <dgm:t>
        <a:bodyPr/>
        <a:lstStyle/>
        <a:p>
          <a:endParaRPr lang="en-IN"/>
        </a:p>
      </dgm:t>
    </dgm:pt>
    <dgm:pt modelId="{ED919BA0-4E19-4241-8979-DA776C443409}" type="sibTrans" cxnId="{50BF1749-C677-4C1E-BAB6-EF358728F084}">
      <dgm:prSet/>
      <dgm:spPr/>
      <dgm:t>
        <a:bodyPr/>
        <a:lstStyle/>
        <a:p>
          <a:endParaRPr lang="en-IN"/>
        </a:p>
      </dgm:t>
    </dgm:pt>
    <dgm:pt modelId="{356E25FB-4503-48BA-A9C1-854EEF88C217}" type="pres">
      <dgm:prSet presAssocID="{86D84521-60CD-48AC-863A-90C28133216F}" presName="linear" presStyleCnt="0">
        <dgm:presLayoutVars>
          <dgm:animLvl val="lvl"/>
          <dgm:resizeHandles val="exact"/>
        </dgm:presLayoutVars>
      </dgm:prSet>
      <dgm:spPr/>
    </dgm:pt>
    <dgm:pt modelId="{38E8C760-6A69-4DC7-9325-A3CB2EC93059}" type="pres">
      <dgm:prSet presAssocID="{B59F0094-CB51-47A5-8470-67672D334A45}" presName="parentText" presStyleLbl="node1" presStyleIdx="0" presStyleCnt="3">
        <dgm:presLayoutVars>
          <dgm:chMax val="0"/>
          <dgm:bulletEnabled val="1"/>
        </dgm:presLayoutVars>
      </dgm:prSet>
      <dgm:spPr/>
    </dgm:pt>
    <dgm:pt modelId="{FDDF1F3D-8C82-4DB4-89D6-8861EB49A583}" type="pres">
      <dgm:prSet presAssocID="{97EAB77C-C7B5-4C64-B708-F8C6CA4E30B8}" presName="spacer" presStyleCnt="0"/>
      <dgm:spPr/>
    </dgm:pt>
    <dgm:pt modelId="{616071A0-880C-4344-B53C-01D205CBB683}" type="pres">
      <dgm:prSet presAssocID="{EBFAF20B-CD81-4D60-91F3-BACCA28150D9}" presName="parentText" presStyleLbl="node1" presStyleIdx="1" presStyleCnt="3">
        <dgm:presLayoutVars>
          <dgm:chMax val="0"/>
          <dgm:bulletEnabled val="1"/>
        </dgm:presLayoutVars>
      </dgm:prSet>
      <dgm:spPr/>
    </dgm:pt>
    <dgm:pt modelId="{AEF1CF02-FB58-4487-AC1F-37F4EF095B5E}" type="pres">
      <dgm:prSet presAssocID="{92B6D4C9-5114-4719-8D70-62910FC75B57}" presName="spacer" presStyleCnt="0"/>
      <dgm:spPr/>
    </dgm:pt>
    <dgm:pt modelId="{7044FC0A-BDFE-4639-B31E-CF6E0AC00253}" type="pres">
      <dgm:prSet presAssocID="{F95F00BA-DB02-485C-AE8D-7AFB7522E05A}" presName="parentText" presStyleLbl="node1" presStyleIdx="2" presStyleCnt="3">
        <dgm:presLayoutVars>
          <dgm:chMax val="0"/>
          <dgm:bulletEnabled val="1"/>
        </dgm:presLayoutVars>
      </dgm:prSet>
      <dgm:spPr/>
    </dgm:pt>
  </dgm:ptLst>
  <dgm:cxnLst>
    <dgm:cxn modelId="{5A576503-4720-4DB2-A200-3CF716D695B7}" type="presOf" srcId="{EBFAF20B-CD81-4D60-91F3-BACCA28150D9}" destId="{616071A0-880C-4344-B53C-01D205CBB683}" srcOrd="0" destOrd="0" presId="urn:microsoft.com/office/officeart/2005/8/layout/vList2"/>
    <dgm:cxn modelId="{D04AC707-A6A3-4F5D-A0BA-9538DC8B2E3B}" srcId="{86D84521-60CD-48AC-863A-90C28133216F}" destId="{B59F0094-CB51-47A5-8470-67672D334A45}" srcOrd="0" destOrd="0" parTransId="{EC39541E-522A-41B9-81B2-8C6309B0175E}" sibTransId="{97EAB77C-C7B5-4C64-B708-F8C6CA4E30B8}"/>
    <dgm:cxn modelId="{50BF1749-C677-4C1E-BAB6-EF358728F084}" srcId="{86D84521-60CD-48AC-863A-90C28133216F}" destId="{F95F00BA-DB02-485C-AE8D-7AFB7522E05A}" srcOrd="2" destOrd="0" parTransId="{225ECC26-CE23-44A1-BB4C-3919D7E51A9C}" sibTransId="{ED919BA0-4E19-4241-8979-DA776C443409}"/>
    <dgm:cxn modelId="{5E012851-32F7-44A7-A90A-5C66A3D3129A}" type="presOf" srcId="{B59F0094-CB51-47A5-8470-67672D334A45}" destId="{38E8C760-6A69-4DC7-9325-A3CB2EC93059}" srcOrd="0" destOrd="0" presId="urn:microsoft.com/office/officeart/2005/8/layout/vList2"/>
    <dgm:cxn modelId="{5D6160AD-09F3-4EBC-A06D-48B69E5CDBFC}" srcId="{86D84521-60CD-48AC-863A-90C28133216F}" destId="{EBFAF20B-CD81-4D60-91F3-BACCA28150D9}" srcOrd="1" destOrd="0" parTransId="{A45C8BFD-CE6F-4B81-83E4-80272DEBDAFC}" sibTransId="{92B6D4C9-5114-4719-8D70-62910FC75B57}"/>
    <dgm:cxn modelId="{B3DBB1C6-0BCD-4DC3-9A41-16081B087644}" type="presOf" srcId="{F95F00BA-DB02-485C-AE8D-7AFB7522E05A}" destId="{7044FC0A-BDFE-4639-B31E-CF6E0AC00253}" srcOrd="0" destOrd="0" presId="urn:microsoft.com/office/officeart/2005/8/layout/vList2"/>
    <dgm:cxn modelId="{A73103D4-521A-4756-97ED-E5642980ADA9}" type="presOf" srcId="{86D84521-60CD-48AC-863A-90C28133216F}" destId="{356E25FB-4503-48BA-A9C1-854EEF88C217}" srcOrd="0" destOrd="0" presId="urn:microsoft.com/office/officeart/2005/8/layout/vList2"/>
    <dgm:cxn modelId="{F40F728C-9383-4BE2-BAF3-253B9C9618E6}" type="presParOf" srcId="{356E25FB-4503-48BA-A9C1-854EEF88C217}" destId="{38E8C760-6A69-4DC7-9325-A3CB2EC93059}" srcOrd="0" destOrd="0" presId="urn:microsoft.com/office/officeart/2005/8/layout/vList2"/>
    <dgm:cxn modelId="{A2B60080-BB3B-4E36-BD5A-EAFF8E3F350F}" type="presParOf" srcId="{356E25FB-4503-48BA-A9C1-854EEF88C217}" destId="{FDDF1F3D-8C82-4DB4-89D6-8861EB49A583}" srcOrd="1" destOrd="0" presId="urn:microsoft.com/office/officeart/2005/8/layout/vList2"/>
    <dgm:cxn modelId="{1BA32C49-8077-46EE-AF4D-E7440FFF64DF}" type="presParOf" srcId="{356E25FB-4503-48BA-A9C1-854EEF88C217}" destId="{616071A0-880C-4344-B53C-01D205CBB683}" srcOrd="2" destOrd="0" presId="urn:microsoft.com/office/officeart/2005/8/layout/vList2"/>
    <dgm:cxn modelId="{D4850F32-64B1-4D95-A2D4-24F9430487D4}" type="presParOf" srcId="{356E25FB-4503-48BA-A9C1-854EEF88C217}" destId="{AEF1CF02-FB58-4487-AC1F-37F4EF095B5E}" srcOrd="3" destOrd="0" presId="urn:microsoft.com/office/officeart/2005/8/layout/vList2"/>
    <dgm:cxn modelId="{DD18A911-6B29-4E0F-82D8-39982AA555A8}" type="presParOf" srcId="{356E25FB-4503-48BA-A9C1-854EEF88C217}" destId="{7044FC0A-BDFE-4639-B31E-CF6E0AC0025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0872246-5253-48C2-A91B-35BD061E8B7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113D71FF-AD05-4019-BD3E-3F22E8AD83F6}">
      <dgm:prSet/>
      <dgm:spPr>
        <a:ln>
          <a:solidFill>
            <a:schemeClr val="tx1"/>
          </a:solidFill>
        </a:ln>
      </dgm:spPr>
      <dgm:t>
        <a:bodyPr/>
        <a:lstStyle/>
        <a:p>
          <a:r>
            <a:rPr lang="en-IN" b="0" i="0" dirty="0">
              <a:solidFill>
                <a:schemeClr val="accent4"/>
              </a:solidFill>
            </a:rPr>
            <a:t>Type III civilizations might use the same techniques employed by a Type II civilization, but applied to all possible stars of one or more galaxies individually.</a:t>
          </a:r>
          <a:endParaRPr lang="en-IN" dirty="0">
            <a:solidFill>
              <a:schemeClr val="accent4"/>
            </a:solidFill>
          </a:endParaRPr>
        </a:p>
      </dgm:t>
    </dgm:pt>
    <dgm:pt modelId="{AAEE1F37-56A8-4937-B12C-647C8E1BF362}" type="parTrans" cxnId="{8F1A78EA-6063-4247-BA68-C76AF1D14DA6}">
      <dgm:prSet/>
      <dgm:spPr/>
      <dgm:t>
        <a:bodyPr/>
        <a:lstStyle/>
        <a:p>
          <a:endParaRPr lang="en-IN"/>
        </a:p>
      </dgm:t>
    </dgm:pt>
    <dgm:pt modelId="{37AA6873-6A13-41A8-916A-89C8B8B909B2}" type="sibTrans" cxnId="{8F1A78EA-6063-4247-BA68-C76AF1D14DA6}">
      <dgm:prSet/>
      <dgm:spPr/>
      <dgm:t>
        <a:bodyPr/>
        <a:lstStyle/>
        <a:p>
          <a:endParaRPr lang="en-IN"/>
        </a:p>
      </dgm:t>
    </dgm:pt>
    <dgm:pt modelId="{ABF70839-5CA3-4960-BFAC-DC66004D9A14}">
      <dgm:prSet/>
      <dgm:spPr>
        <a:ln>
          <a:solidFill>
            <a:schemeClr val="tx1"/>
          </a:solidFill>
        </a:ln>
      </dgm:spPr>
      <dgm:t>
        <a:bodyPr/>
        <a:lstStyle/>
        <a:p>
          <a:r>
            <a:rPr lang="en-IN" b="0" i="0" dirty="0">
              <a:solidFill>
                <a:schemeClr val="accent4"/>
              </a:solidFill>
            </a:rPr>
            <a:t>They may also be able to tap into the energy released from the supermassive black holes which are believed to exist at the Center of most galaxies.</a:t>
          </a:r>
          <a:endParaRPr lang="en-IN" dirty="0">
            <a:solidFill>
              <a:schemeClr val="accent4"/>
            </a:solidFill>
          </a:endParaRPr>
        </a:p>
      </dgm:t>
    </dgm:pt>
    <dgm:pt modelId="{BBDE1F26-652C-49C8-8A63-AA41503E1347}" type="parTrans" cxnId="{E9D5BD86-A5A7-461B-8922-149844784E59}">
      <dgm:prSet/>
      <dgm:spPr/>
      <dgm:t>
        <a:bodyPr/>
        <a:lstStyle/>
        <a:p>
          <a:endParaRPr lang="en-IN"/>
        </a:p>
      </dgm:t>
    </dgm:pt>
    <dgm:pt modelId="{3F92E28A-91A1-4A8D-8D95-9B9696F01248}" type="sibTrans" cxnId="{E9D5BD86-A5A7-461B-8922-149844784E59}">
      <dgm:prSet/>
      <dgm:spPr/>
      <dgm:t>
        <a:bodyPr/>
        <a:lstStyle/>
        <a:p>
          <a:endParaRPr lang="en-IN"/>
        </a:p>
      </dgm:t>
    </dgm:pt>
    <dgm:pt modelId="{ACD7390B-595C-484F-98F2-656F46A2819D}">
      <dgm:prSet/>
      <dgm:spPr>
        <a:ln>
          <a:solidFill>
            <a:schemeClr val="tx1"/>
          </a:solidFill>
        </a:ln>
      </dgm:spPr>
      <dgm:t>
        <a:bodyPr/>
        <a:lstStyle/>
        <a:p>
          <a:r>
            <a:rPr lang="en-IN" b="0" i="0" dirty="0">
              <a:solidFill>
                <a:schemeClr val="accent4"/>
              </a:solidFill>
            </a:rPr>
            <a:t>White holes, if they exist, theoretically could provide large amounts of energy from collecting the matter propelling outwards.</a:t>
          </a:r>
          <a:endParaRPr lang="en-IN" dirty="0">
            <a:solidFill>
              <a:schemeClr val="accent4"/>
            </a:solidFill>
          </a:endParaRPr>
        </a:p>
      </dgm:t>
    </dgm:pt>
    <dgm:pt modelId="{616750E2-6068-486D-96B2-8443B63D363B}" type="parTrans" cxnId="{F0BFC81B-210B-4F7F-A59F-E2AA34FBD86E}">
      <dgm:prSet/>
      <dgm:spPr/>
      <dgm:t>
        <a:bodyPr/>
        <a:lstStyle/>
        <a:p>
          <a:endParaRPr lang="en-IN"/>
        </a:p>
      </dgm:t>
    </dgm:pt>
    <dgm:pt modelId="{A7013299-FC02-4592-A938-42F081A86EB2}" type="sibTrans" cxnId="{F0BFC81B-210B-4F7F-A59F-E2AA34FBD86E}">
      <dgm:prSet/>
      <dgm:spPr/>
      <dgm:t>
        <a:bodyPr/>
        <a:lstStyle/>
        <a:p>
          <a:endParaRPr lang="en-IN"/>
        </a:p>
      </dgm:t>
    </dgm:pt>
    <dgm:pt modelId="{80BBF4DD-6B3E-4082-93AB-9C2D6542BCA5}">
      <dgm:prSet/>
      <dgm:spPr>
        <a:ln>
          <a:solidFill>
            <a:schemeClr val="tx1"/>
          </a:solidFill>
        </a:ln>
      </dgm:spPr>
      <dgm:t>
        <a:bodyPr/>
        <a:lstStyle/>
        <a:p>
          <a:r>
            <a:rPr lang="en-IN" b="0" i="0" dirty="0">
              <a:solidFill>
                <a:schemeClr val="accent4"/>
              </a:solidFill>
            </a:rPr>
            <a:t>Capturing the energy of gamma-ray bursts is another theoretically possible power source for a highly advanced civilization.</a:t>
          </a:r>
          <a:endParaRPr lang="en-IN" dirty="0">
            <a:solidFill>
              <a:schemeClr val="accent4"/>
            </a:solidFill>
          </a:endParaRPr>
        </a:p>
      </dgm:t>
    </dgm:pt>
    <dgm:pt modelId="{9D288862-FBBB-4C7E-8738-63A3154970F4}" type="parTrans" cxnId="{B2694382-8007-45B3-A3CE-F7F6802B88CF}">
      <dgm:prSet/>
      <dgm:spPr/>
      <dgm:t>
        <a:bodyPr/>
        <a:lstStyle/>
        <a:p>
          <a:endParaRPr lang="en-IN"/>
        </a:p>
      </dgm:t>
    </dgm:pt>
    <dgm:pt modelId="{F4BBD206-887D-4F49-B2F0-FA46E3838319}" type="sibTrans" cxnId="{B2694382-8007-45B3-A3CE-F7F6802B88CF}">
      <dgm:prSet/>
      <dgm:spPr/>
      <dgm:t>
        <a:bodyPr/>
        <a:lstStyle/>
        <a:p>
          <a:endParaRPr lang="en-IN"/>
        </a:p>
      </dgm:t>
    </dgm:pt>
    <dgm:pt modelId="{96BADBD6-4E13-4118-A25C-C2FB631D980F}">
      <dgm:prSet/>
      <dgm:spPr>
        <a:ln>
          <a:solidFill>
            <a:schemeClr val="tx1"/>
          </a:solidFill>
        </a:ln>
      </dgm:spPr>
      <dgm:t>
        <a:bodyPr/>
        <a:lstStyle/>
        <a:p>
          <a:r>
            <a:rPr lang="en-IN" b="0" i="0" dirty="0">
              <a:solidFill>
                <a:schemeClr val="accent4"/>
              </a:solidFill>
            </a:rPr>
            <a:t>The emissions from quasars are comparable to those of small active galaxies and could provide a massive power source if collectable.</a:t>
          </a:r>
          <a:endParaRPr lang="en-IN" dirty="0">
            <a:solidFill>
              <a:schemeClr val="accent4"/>
            </a:solidFill>
          </a:endParaRPr>
        </a:p>
      </dgm:t>
    </dgm:pt>
    <dgm:pt modelId="{C1D8A12B-4213-4825-ADA8-240E6EE33AC3}" type="parTrans" cxnId="{FAC6E60B-0011-4EA5-831C-316142FE4CEE}">
      <dgm:prSet/>
      <dgm:spPr/>
      <dgm:t>
        <a:bodyPr/>
        <a:lstStyle/>
        <a:p>
          <a:endParaRPr lang="en-IN"/>
        </a:p>
      </dgm:t>
    </dgm:pt>
    <dgm:pt modelId="{E9211718-37AD-4CB5-8050-FA5E641F5347}" type="sibTrans" cxnId="{FAC6E60B-0011-4EA5-831C-316142FE4CEE}">
      <dgm:prSet/>
      <dgm:spPr/>
      <dgm:t>
        <a:bodyPr/>
        <a:lstStyle/>
        <a:p>
          <a:endParaRPr lang="en-IN"/>
        </a:p>
      </dgm:t>
    </dgm:pt>
    <dgm:pt modelId="{DC618F6C-10D1-4102-B9FF-FA513670FC0B}" type="pres">
      <dgm:prSet presAssocID="{60872246-5253-48C2-A91B-35BD061E8B70}" presName="linear" presStyleCnt="0">
        <dgm:presLayoutVars>
          <dgm:animLvl val="lvl"/>
          <dgm:resizeHandles val="exact"/>
        </dgm:presLayoutVars>
      </dgm:prSet>
      <dgm:spPr/>
    </dgm:pt>
    <dgm:pt modelId="{8E4C9D89-B890-44E4-872B-4FE8DFA3AF9B}" type="pres">
      <dgm:prSet presAssocID="{113D71FF-AD05-4019-BD3E-3F22E8AD83F6}" presName="parentText" presStyleLbl="node1" presStyleIdx="0" presStyleCnt="5">
        <dgm:presLayoutVars>
          <dgm:chMax val="0"/>
          <dgm:bulletEnabled val="1"/>
        </dgm:presLayoutVars>
      </dgm:prSet>
      <dgm:spPr/>
    </dgm:pt>
    <dgm:pt modelId="{A85F9C7F-1DFD-4648-89FB-9C6EE6B598AC}" type="pres">
      <dgm:prSet presAssocID="{37AA6873-6A13-41A8-916A-89C8B8B909B2}" presName="spacer" presStyleCnt="0"/>
      <dgm:spPr/>
    </dgm:pt>
    <dgm:pt modelId="{D013B8CF-16A9-4D45-B83A-7DA689085783}" type="pres">
      <dgm:prSet presAssocID="{ABF70839-5CA3-4960-BFAC-DC66004D9A14}" presName="parentText" presStyleLbl="node1" presStyleIdx="1" presStyleCnt="5">
        <dgm:presLayoutVars>
          <dgm:chMax val="0"/>
          <dgm:bulletEnabled val="1"/>
        </dgm:presLayoutVars>
      </dgm:prSet>
      <dgm:spPr/>
    </dgm:pt>
    <dgm:pt modelId="{6A6045A7-402A-4A31-8A47-981584AE854F}" type="pres">
      <dgm:prSet presAssocID="{3F92E28A-91A1-4A8D-8D95-9B9696F01248}" presName="spacer" presStyleCnt="0"/>
      <dgm:spPr/>
    </dgm:pt>
    <dgm:pt modelId="{2D29DC6C-5C56-4E1A-90FB-F4935B8A41EE}" type="pres">
      <dgm:prSet presAssocID="{ACD7390B-595C-484F-98F2-656F46A2819D}" presName="parentText" presStyleLbl="node1" presStyleIdx="2" presStyleCnt="5">
        <dgm:presLayoutVars>
          <dgm:chMax val="0"/>
          <dgm:bulletEnabled val="1"/>
        </dgm:presLayoutVars>
      </dgm:prSet>
      <dgm:spPr/>
    </dgm:pt>
    <dgm:pt modelId="{C6DFDC21-BAB5-41E6-8479-EFD5D720888E}" type="pres">
      <dgm:prSet presAssocID="{A7013299-FC02-4592-A938-42F081A86EB2}" presName="spacer" presStyleCnt="0"/>
      <dgm:spPr/>
    </dgm:pt>
    <dgm:pt modelId="{097DDA87-9109-4D26-BCB4-94E993B48E23}" type="pres">
      <dgm:prSet presAssocID="{80BBF4DD-6B3E-4082-93AB-9C2D6542BCA5}" presName="parentText" presStyleLbl="node1" presStyleIdx="3" presStyleCnt="5">
        <dgm:presLayoutVars>
          <dgm:chMax val="0"/>
          <dgm:bulletEnabled val="1"/>
        </dgm:presLayoutVars>
      </dgm:prSet>
      <dgm:spPr/>
    </dgm:pt>
    <dgm:pt modelId="{C6A92A2C-CB29-4C30-A06C-513EA102619C}" type="pres">
      <dgm:prSet presAssocID="{F4BBD206-887D-4F49-B2F0-FA46E3838319}" presName="spacer" presStyleCnt="0"/>
      <dgm:spPr/>
    </dgm:pt>
    <dgm:pt modelId="{3B86AAA6-654A-4B1B-9207-6C560C227990}" type="pres">
      <dgm:prSet presAssocID="{96BADBD6-4E13-4118-A25C-C2FB631D980F}" presName="parentText" presStyleLbl="node1" presStyleIdx="4" presStyleCnt="5">
        <dgm:presLayoutVars>
          <dgm:chMax val="0"/>
          <dgm:bulletEnabled val="1"/>
        </dgm:presLayoutVars>
      </dgm:prSet>
      <dgm:spPr/>
    </dgm:pt>
  </dgm:ptLst>
  <dgm:cxnLst>
    <dgm:cxn modelId="{C4F90606-EA31-4DD1-B7BE-358762746094}" type="presOf" srcId="{ACD7390B-595C-484F-98F2-656F46A2819D}" destId="{2D29DC6C-5C56-4E1A-90FB-F4935B8A41EE}" srcOrd="0" destOrd="0" presId="urn:microsoft.com/office/officeart/2005/8/layout/vList2"/>
    <dgm:cxn modelId="{FAC6E60B-0011-4EA5-831C-316142FE4CEE}" srcId="{60872246-5253-48C2-A91B-35BD061E8B70}" destId="{96BADBD6-4E13-4118-A25C-C2FB631D980F}" srcOrd="4" destOrd="0" parTransId="{C1D8A12B-4213-4825-ADA8-240E6EE33AC3}" sibTransId="{E9211718-37AD-4CB5-8050-FA5E641F5347}"/>
    <dgm:cxn modelId="{BE46310F-7CE8-4696-BD1E-53D73C073FF0}" type="presOf" srcId="{113D71FF-AD05-4019-BD3E-3F22E8AD83F6}" destId="{8E4C9D89-B890-44E4-872B-4FE8DFA3AF9B}" srcOrd="0" destOrd="0" presId="urn:microsoft.com/office/officeart/2005/8/layout/vList2"/>
    <dgm:cxn modelId="{F0BFC81B-210B-4F7F-A59F-E2AA34FBD86E}" srcId="{60872246-5253-48C2-A91B-35BD061E8B70}" destId="{ACD7390B-595C-484F-98F2-656F46A2819D}" srcOrd="2" destOrd="0" parTransId="{616750E2-6068-486D-96B2-8443B63D363B}" sibTransId="{A7013299-FC02-4592-A938-42F081A86EB2}"/>
    <dgm:cxn modelId="{B2694382-8007-45B3-A3CE-F7F6802B88CF}" srcId="{60872246-5253-48C2-A91B-35BD061E8B70}" destId="{80BBF4DD-6B3E-4082-93AB-9C2D6542BCA5}" srcOrd="3" destOrd="0" parTransId="{9D288862-FBBB-4C7E-8738-63A3154970F4}" sibTransId="{F4BBD206-887D-4F49-B2F0-FA46E3838319}"/>
    <dgm:cxn modelId="{E9D5BD86-A5A7-461B-8922-149844784E59}" srcId="{60872246-5253-48C2-A91B-35BD061E8B70}" destId="{ABF70839-5CA3-4960-BFAC-DC66004D9A14}" srcOrd="1" destOrd="0" parTransId="{BBDE1F26-652C-49C8-8A63-AA41503E1347}" sibTransId="{3F92E28A-91A1-4A8D-8D95-9B9696F01248}"/>
    <dgm:cxn modelId="{950D0AB1-557B-4731-9440-91677F64A691}" type="presOf" srcId="{60872246-5253-48C2-A91B-35BD061E8B70}" destId="{DC618F6C-10D1-4102-B9FF-FA513670FC0B}" srcOrd="0" destOrd="0" presId="urn:microsoft.com/office/officeart/2005/8/layout/vList2"/>
    <dgm:cxn modelId="{9E224DC9-C209-4C4B-B09B-74B5D730F0AB}" type="presOf" srcId="{ABF70839-5CA3-4960-BFAC-DC66004D9A14}" destId="{D013B8CF-16A9-4D45-B83A-7DA689085783}" srcOrd="0" destOrd="0" presId="urn:microsoft.com/office/officeart/2005/8/layout/vList2"/>
    <dgm:cxn modelId="{8F1A78EA-6063-4247-BA68-C76AF1D14DA6}" srcId="{60872246-5253-48C2-A91B-35BD061E8B70}" destId="{113D71FF-AD05-4019-BD3E-3F22E8AD83F6}" srcOrd="0" destOrd="0" parTransId="{AAEE1F37-56A8-4937-B12C-647C8E1BF362}" sibTransId="{37AA6873-6A13-41A8-916A-89C8B8B909B2}"/>
    <dgm:cxn modelId="{CBA289F4-341E-4D11-AC99-37A949065882}" type="presOf" srcId="{80BBF4DD-6B3E-4082-93AB-9C2D6542BCA5}" destId="{097DDA87-9109-4D26-BCB4-94E993B48E23}" srcOrd="0" destOrd="0" presId="urn:microsoft.com/office/officeart/2005/8/layout/vList2"/>
    <dgm:cxn modelId="{BCC2C1F9-53C1-4B0A-9DA7-8806A1262055}" type="presOf" srcId="{96BADBD6-4E13-4118-A25C-C2FB631D980F}" destId="{3B86AAA6-654A-4B1B-9207-6C560C227990}" srcOrd="0" destOrd="0" presId="urn:microsoft.com/office/officeart/2005/8/layout/vList2"/>
    <dgm:cxn modelId="{4FB43598-A09A-4BBE-A9E6-1957A62550E5}" type="presParOf" srcId="{DC618F6C-10D1-4102-B9FF-FA513670FC0B}" destId="{8E4C9D89-B890-44E4-872B-4FE8DFA3AF9B}" srcOrd="0" destOrd="0" presId="urn:microsoft.com/office/officeart/2005/8/layout/vList2"/>
    <dgm:cxn modelId="{66A9287A-BB6F-42A3-BA20-B958C295B989}" type="presParOf" srcId="{DC618F6C-10D1-4102-B9FF-FA513670FC0B}" destId="{A85F9C7F-1DFD-4648-89FB-9C6EE6B598AC}" srcOrd="1" destOrd="0" presId="urn:microsoft.com/office/officeart/2005/8/layout/vList2"/>
    <dgm:cxn modelId="{96FD6074-1783-4D71-8C9D-798232B2D218}" type="presParOf" srcId="{DC618F6C-10D1-4102-B9FF-FA513670FC0B}" destId="{D013B8CF-16A9-4D45-B83A-7DA689085783}" srcOrd="2" destOrd="0" presId="urn:microsoft.com/office/officeart/2005/8/layout/vList2"/>
    <dgm:cxn modelId="{DCF1DEB8-28DB-4E71-A11C-BB028973C404}" type="presParOf" srcId="{DC618F6C-10D1-4102-B9FF-FA513670FC0B}" destId="{6A6045A7-402A-4A31-8A47-981584AE854F}" srcOrd="3" destOrd="0" presId="urn:microsoft.com/office/officeart/2005/8/layout/vList2"/>
    <dgm:cxn modelId="{E383993E-2A8D-40B6-901B-1EFE443474D2}" type="presParOf" srcId="{DC618F6C-10D1-4102-B9FF-FA513670FC0B}" destId="{2D29DC6C-5C56-4E1A-90FB-F4935B8A41EE}" srcOrd="4" destOrd="0" presId="urn:microsoft.com/office/officeart/2005/8/layout/vList2"/>
    <dgm:cxn modelId="{3730C830-0FAC-4F9D-AE40-7DD4B9B3405C}" type="presParOf" srcId="{DC618F6C-10D1-4102-B9FF-FA513670FC0B}" destId="{C6DFDC21-BAB5-41E6-8479-EFD5D720888E}" srcOrd="5" destOrd="0" presId="urn:microsoft.com/office/officeart/2005/8/layout/vList2"/>
    <dgm:cxn modelId="{84B022E2-7EAC-4BEC-9510-88A7196CE504}" type="presParOf" srcId="{DC618F6C-10D1-4102-B9FF-FA513670FC0B}" destId="{097DDA87-9109-4D26-BCB4-94E993B48E23}" srcOrd="6" destOrd="0" presId="urn:microsoft.com/office/officeart/2005/8/layout/vList2"/>
    <dgm:cxn modelId="{DA475C3A-0A87-4FDE-8894-B1519362FA54}" type="presParOf" srcId="{DC618F6C-10D1-4102-B9FF-FA513670FC0B}" destId="{C6A92A2C-CB29-4C30-A06C-513EA102619C}" srcOrd="7" destOrd="0" presId="urn:microsoft.com/office/officeart/2005/8/layout/vList2"/>
    <dgm:cxn modelId="{A285C526-C53D-4F9C-8801-2E300AF0D931}" type="presParOf" srcId="{DC618F6C-10D1-4102-B9FF-FA513670FC0B}" destId="{3B86AAA6-654A-4B1B-9207-6C560C22799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3675AAC-48E0-49CE-B4DD-DAC53140A19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2E1EC56D-846B-49B0-8BE4-6B88F2DA7D02}">
      <dgm:prSet/>
      <dgm:spPr>
        <a:ln>
          <a:solidFill>
            <a:schemeClr val="tx1"/>
          </a:solidFill>
        </a:ln>
      </dgm:spPr>
      <dgm:t>
        <a:bodyPr/>
        <a:lstStyle/>
        <a:p>
          <a:r>
            <a:rPr lang="en-IN" b="1" i="0" dirty="0">
              <a:solidFill>
                <a:schemeClr val="accent4"/>
              </a:solidFill>
            </a:rPr>
            <a:t>Type III civilization methods</a:t>
          </a:r>
          <a:endParaRPr lang="en-IN" dirty="0">
            <a:solidFill>
              <a:schemeClr val="accent4"/>
            </a:solidFill>
          </a:endParaRPr>
        </a:p>
      </dgm:t>
    </dgm:pt>
    <dgm:pt modelId="{19132D7A-AB3E-4800-BA7A-C316F3D16213}" type="parTrans" cxnId="{EA155E27-0B56-4294-AA13-2E17C3D39534}">
      <dgm:prSet/>
      <dgm:spPr/>
      <dgm:t>
        <a:bodyPr/>
        <a:lstStyle/>
        <a:p>
          <a:endParaRPr lang="en-IN"/>
        </a:p>
      </dgm:t>
    </dgm:pt>
    <dgm:pt modelId="{6D6CFDCD-17BA-4DE9-A529-B710AAC846A0}" type="sibTrans" cxnId="{EA155E27-0B56-4294-AA13-2E17C3D39534}">
      <dgm:prSet/>
      <dgm:spPr/>
      <dgm:t>
        <a:bodyPr/>
        <a:lstStyle/>
        <a:p>
          <a:endParaRPr lang="en-IN"/>
        </a:p>
      </dgm:t>
    </dgm:pt>
    <dgm:pt modelId="{96CF333B-301D-4218-A5F7-3F6D13DC5027}" type="pres">
      <dgm:prSet presAssocID="{A3675AAC-48E0-49CE-B4DD-DAC53140A199}" presName="Name0" presStyleCnt="0">
        <dgm:presLayoutVars>
          <dgm:dir/>
          <dgm:animLvl val="lvl"/>
          <dgm:resizeHandles val="exact"/>
        </dgm:presLayoutVars>
      </dgm:prSet>
      <dgm:spPr/>
    </dgm:pt>
    <dgm:pt modelId="{662BF403-B5A8-4FE5-9908-785A39D6A85B}" type="pres">
      <dgm:prSet presAssocID="{2E1EC56D-846B-49B0-8BE4-6B88F2DA7D02}" presName="linNode" presStyleCnt="0"/>
      <dgm:spPr/>
    </dgm:pt>
    <dgm:pt modelId="{E4B605F7-49F0-45C2-B5BC-6A4FF662DA7B}" type="pres">
      <dgm:prSet presAssocID="{2E1EC56D-846B-49B0-8BE4-6B88F2DA7D02}" presName="parentText" presStyleLbl="node1" presStyleIdx="0" presStyleCnt="1" custScaleX="144858" custLinFactNeighborX="-4" custLinFactNeighborY="-19631">
        <dgm:presLayoutVars>
          <dgm:chMax val="1"/>
          <dgm:bulletEnabled val="1"/>
        </dgm:presLayoutVars>
      </dgm:prSet>
      <dgm:spPr/>
    </dgm:pt>
  </dgm:ptLst>
  <dgm:cxnLst>
    <dgm:cxn modelId="{875CD40E-FDBA-42A3-99CD-017116BDCF88}" type="presOf" srcId="{A3675AAC-48E0-49CE-B4DD-DAC53140A199}" destId="{96CF333B-301D-4218-A5F7-3F6D13DC5027}" srcOrd="0" destOrd="0" presId="urn:microsoft.com/office/officeart/2005/8/layout/vList5"/>
    <dgm:cxn modelId="{EA155E27-0B56-4294-AA13-2E17C3D39534}" srcId="{A3675AAC-48E0-49CE-B4DD-DAC53140A199}" destId="{2E1EC56D-846B-49B0-8BE4-6B88F2DA7D02}" srcOrd="0" destOrd="0" parTransId="{19132D7A-AB3E-4800-BA7A-C316F3D16213}" sibTransId="{6D6CFDCD-17BA-4DE9-A529-B710AAC846A0}"/>
    <dgm:cxn modelId="{98FAEC3A-990E-4AB2-AF41-01632E13263C}" type="presOf" srcId="{2E1EC56D-846B-49B0-8BE4-6B88F2DA7D02}" destId="{E4B605F7-49F0-45C2-B5BC-6A4FF662DA7B}" srcOrd="0" destOrd="0" presId="urn:microsoft.com/office/officeart/2005/8/layout/vList5"/>
    <dgm:cxn modelId="{6B0B2715-1108-4166-A969-9E9AE05F40B9}" type="presParOf" srcId="{96CF333B-301D-4218-A5F7-3F6D13DC5027}" destId="{662BF403-B5A8-4FE5-9908-785A39D6A85B}" srcOrd="0" destOrd="0" presId="urn:microsoft.com/office/officeart/2005/8/layout/vList5"/>
    <dgm:cxn modelId="{1090BBBE-C6E3-479D-ACBA-3A07CC496347}" type="presParOf" srcId="{662BF403-B5A8-4FE5-9908-785A39D6A85B}" destId="{E4B605F7-49F0-45C2-B5BC-6A4FF662DA7B}"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E758058-7AC9-4CEA-B30A-1DA6D87DDD0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0418F040-3F34-496A-BCA4-7AFED3B3F1A7}">
      <dgm:prSet/>
      <dgm:spPr>
        <a:ln>
          <a:solidFill>
            <a:schemeClr val="tx1"/>
          </a:solidFill>
        </a:ln>
      </dgm:spPr>
      <dgm:t>
        <a:bodyPr/>
        <a:lstStyle/>
        <a:p>
          <a:r>
            <a:rPr lang="en-IN" b="0" i="0" dirty="0">
              <a:solidFill>
                <a:schemeClr val="accent4"/>
              </a:solidFill>
            </a:rPr>
            <a:t>In 2015, a study of galactic mid-infrared emissions came to the conclusion that "Kardashev Type-III civilizations are either very rare or do not exist in the local Universe".</a:t>
          </a:r>
          <a:endParaRPr lang="en-IN" dirty="0">
            <a:solidFill>
              <a:schemeClr val="accent4"/>
            </a:solidFill>
          </a:endParaRPr>
        </a:p>
      </dgm:t>
    </dgm:pt>
    <dgm:pt modelId="{9C826CF6-99DA-45DF-BD6E-BB36CCAE0BD4}" type="parTrans" cxnId="{419EAF19-30B0-45BE-99DC-C53E69C116F5}">
      <dgm:prSet/>
      <dgm:spPr/>
      <dgm:t>
        <a:bodyPr/>
        <a:lstStyle/>
        <a:p>
          <a:endParaRPr lang="en-IN"/>
        </a:p>
      </dgm:t>
    </dgm:pt>
    <dgm:pt modelId="{1EB9FE9F-B77F-4487-A195-6719A9900F31}" type="sibTrans" cxnId="{419EAF19-30B0-45BE-99DC-C53E69C116F5}">
      <dgm:prSet/>
      <dgm:spPr/>
      <dgm:t>
        <a:bodyPr/>
        <a:lstStyle/>
        <a:p>
          <a:endParaRPr lang="en-IN"/>
        </a:p>
      </dgm:t>
    </dgm:pt>
    <dgm:pt modelId="{34E34596-D3C3-4AB4-9592-2535DF13D8A3}">
      <dgm:prSet/>
      <dgm:spPr>
        <a:ln>
          <a:solidFill>
            <a:schemeClr val="tx1"/>
          </a:solidFill>
        </a:ln>
      </dgm:spPr>
      <dgm:t>
        <a:bodyPr/>
        <a:lstStyle/>
        <a:p>
          <a:r>
            <a:rPr lang="en-IN" b="0" i="0" dirty="0">
              <a:solidFill>
                <a:schemeClr val="accent4"/>
              </a:solidFill>
            </a:rPr>
            <a:t>In 2016, Paul Gilster, author of the Centauri Dreams website, described a signal apparently from the star HD 164595 as requiring the power of a Type I or Type II civilization, if produced by extraterrestrial lifeforms. However, in August 2016 it was discovered that the signal's origin was most likely a military satellite orbiting the Earth.</a:t>
          </a:r>
          <a:endParaRPr lang="en-IN" dirty="0">
            <a:solidFill>
              <a:schemeClr val="accent4"/>
            </a:solidFill>
          </a:endParaRPr>
        </a:p>
      </dgm:t>
    </dgm:pt>
    <dgm:pt modelId="{4E78E549-C494-48DB-9DD8-8CF7BB6C912B}" type="parTrans" cxnId="{B37E0E2C-A811-48C7-B252-92DD7162E0A8}">
      <dgm:prSet/>
      <dgm:spPr/>
      <dgm:t>
        <a:bodyPr/>
        <a:lstStyle/>
        <a:p>
          <a:endParaRPr lang="en-IN"/>
        </a:p>
      </dgm:t>
    </dgm:pt>
    <dgm:pt modelId="{768BAED1-CBBD-40DC-B4EF-9503F3E423FF}" type="sibTrans" cxnId="{B37E0E2C-A811-48C7-B252-92DD7162E0A8}">
      <dgm:prSet/>
      <dgm:spPr/>
      <dgm:t>
        <a:bodyPr/>
        <a:lstStyle/>
        <a:p>
          <a:endParaRPr lang="en-IN"/>
        </a:p>
      </dgm:t>
    </dgm:pt>
    <dgm:pt modelId="{7383E344-EBF6-4505-8E44-F83060162BA3}" type="pres">
      <dgm:prSet presAssocID="{6E758058-7AC9-4CEA-B30A-1DA6D87DDD0A}" presName="linear" presStyleCnt="0">
        <dgm:presLayoutVars>
          <dgm:animLvl val="lvl"/>
          <dgm:resizeHandles val="exact"/>
        </dgm:presLayoutVars>
      </dgm:prSet>
      <dgm:spPr/>
    </dgm:pt>
    <dgm:pt modelId="{BD843AD8-950B-498D-B140-E38EF8B8A356}" type="pres">
      <dgm:prSet presAssocID="{0418F040-3F34-496A-BCA4-7AFED3B3F1A7}" presName="parentText" presStyleLbl="node1" presStyleIdx="0" presStyleCnt="2">
        <dgm:presLayoutVars>
          <dgm:chMax val="0"/>
          <dgm:bulletEnabled val="1"/>
        </dgm:presLayoutVars>
      </dgm:prSet>
      <dgm:spPr/>
    </dgm:pt>
    <dgm:pt modelId="{554181C6-3AA0-4495-9EA3-B95936DB54ED}" type="pres">
      <dgm:prSet presAssocID="{1EB9FE9F-B77F-4487-A195-6719A9900F31}" presName="spacer" presStyleCnt="0"/>
      <dgm:spPr/>
    </dgm:pt>
    <dgm:pt modelId="{703F1EB3-1271-4E62-A3F2-8C606BF6B127}" type="pres">
      <dgm:prSet presAssocID="{34E34596-D3C3-4AB4-9592-2535DF13D8A3}" presName="parentText" presStyleLbl="node1" presStyleIdx="1" presStyleCnt="2">
        <dgm:presLayoutVars>
          <dgm:chMax val="0"/>
          <dgm:bulletEnabled val="1"/>
        </dgm:presLayoutVars>
      </dgm:prSet>
      <dgm:spPr/>
    </dgm:pt>
  </dgm:ptLst>
  <dgm:cxnLst>
    <dgm:cxn modelId="{419EAF19-30B0-45BE-99DC-C53E69C116F5}" srcId="{6E758058-7AC9-4CEA-B30A-1DA6D87DDD0A}" destId="{0418F040-3F34-496A-BCA4-7AFED3B3F1A7}" srcOrd="0" destOrd="0" parTransId="{9C826CF6-99DA-45DF-BD6E-BB36CCAE0BD4}" sibTransId="{1EB9FE9F-B77F-4487-A195-6719A9900F31}"/>
    <dgm:cxn modelId="{B37E0E2C-A811-48C7-B252-92DD7162E0A8}" srcId="{6E758058-7AC9-4CEA-B30A-1DA6D87DDD0A}" destId="{34E34596-D3C3-4AB4-9592-2535DF13D8A3}" srcOrd="1" destOrd="0" parTransId="{4E78E549-C494-48DB-9DD8-8CF7BB6C912B}" sibTransId="{768BAED1-CBBD-40DC-B4EF-9503F3E423FF}"/>
    <dgm:cxn modelId="{64177363-D4CA-43ED-8C89-C4A8AFD18A17}" type="presOf" srcId="{0418F040-3F34-496A-BCA4-7AFED3B3F1A7}" destId="{BD843AD8-950B-498D-B140-E38EF8B8A356}" srcOrd="0" destOrd="0" presId="urn:microsoft.com/office/officeart/2005/8/layout/vList2"/>
    <dgm:cxn modelId="{AD34399F-5EC6-410A-8AE6-8DDD11CE8019}" type="presOf" srcId="{34E34596-D3C3-4AB4-9592-2535DF13D8A3}" destId="{703F1EB3-1271-4E62-A3F2-8C606BF6B127}" srcOrd="0" destOrd="0" presId="urn:microsoft.com/office/officeart/2005/8/layout/vList2"/>
    <dgm:cxn modelId="{14227CC4-F1FF-4DF7-8B91-70547F598C9A}" type="presOf" srcId="{6E758058-7AC9-4CEA-B30A-1DA6D87DDD0A}" destId="{7383E344-EBF6-4505-8E44-F83060162BA3}" srcOrd="0" destOrd="0" presId="urn:microsoft.com/office/officeart/2005/8/layout/vList2"/>
    <dgm:cxn modelId="{A9959FFF-1AEF-43E9-97D3-0505A5D14FE1}" type="presParOf" srcId="{7383E344-EBF6-4505-8E44-F83060162BA3}" destId="{BD843AD8-950B-498D-B140-E38EF8B8A356}" srcOrd="0" destOrd="0" presId="urn:microsoft.com/office/officeart/2005/8/layout/vList2"/>
    <dgm:cxn modelId="{1A9E275C-920D-4139-93A4-ABB7E7579C9C}" type="presParOf" srcId="{7383E344-EBF6-4505-8E44-F83060162BA3}" destId="{554181C6-3AA0-4495-9EA3-B95936DB54ED}" srcOrd="1" destOrd="0" presId="urn:microsoft.com/office/officeart/2005/8/layout/vList2"/>
    <dgm:cxn modelId="{DCF23293-AE36-4AB4-842C-18B57F7CD9F3}" type="presParOf" srcId="{7383E344-EBF6-4505-8E44-F83060162BA3}" destId="{703F1EB3-1271-4E62-A3F2-8C606BF6B12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CED2529D-AA31-4455-A3AF-ADF7CF42891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8B789626-922B-4BD3-83EE-2DDCE953E22F}">
      <dgm:prSet/>
      <dgm:spPr>
        <a:ln>
          <a:solidFill>
            <a:schemeClr val="tx1"/>
          </a:solidFill>
        </a:ln>
      </dgm:spPr>
      <dgm:t>
        <a:bodyPr/>
        <a:lstStyle/>
        <a:p>
          <a:r>
            <a:rPr lang="en-IN" b="1" i="0" dirty="0">
              <a:solidFill>
                <a:schemeClr val="accent4"/>
              </a:solidFill>
            </a:rPr>
            <a:t>Observational evidence</a:t>
          </a:r>
          <a:endParaRPr lang="en-IN" dirty="0">
            <a:solidFill>
              <a:schemeClr val="accent4"/>
            </a:solidFill>
          </a:endParaRPr>
        </a:p>
      </dgm:t>
    </dgm:pt>
    <dgm:pt modelId="{42436E1D-97D3-4C4F-A8B5-B1219B636336}" type="parTrans" cxnId="{BC0DEA28-13DF-4354-836D-AB7FC31763D6}">
      <dgm:prSet/>
      <dgm:spPr/>
      <dgm:t>
        <a:bodyPr/>
        <a:lstStyle/>
        <a:p>
          <a:endParaRPr lang="en-IN"/>
        </a:p>
      </dgm:t>
    </dgm:pt>
    <dgm:pt modelId="{3C8599E8-8AC2-456B-91D2-5C5570BD5AD2}" type="sibTrans" cxnId="{BC0DEA28-13DF-4354-836D-AB7FC31763D6}">
      <dgm:prSet/>
      <dgm:spPr/>
      <dgm:t>
        <a:bodyPr/>
        <a:lstStyle/>
        <a:p>
          <a:endParaRPr lang="en-IN"/>
        </a:p>
      </dgm:t>
    </dgm:pt>
    <dgm:pt modelId="{4FD839FE-BCCB-4963-9941-8A7986622F79}" type="pres">
      <dgm:prSet presAssocID="{CED2529D-AA31-4455-A3AF-ADF7CF428914}" presName="Name0" presStyleCnt="0">
        <dgm:presLayoutVars>
          <dgm:dir/>
          <dgm:animLvl val="lvl"/>
          <dgm:resizeHandles val="exact"/>
        </dgm:presLayoutVars>
      </dgm:prSet>
      <dgm:spPr/>
    </dgm:pt>
    <dgm:pt modelId="{BCD9CF6B-E132-40D2-A8C7-2A09A5E5F188}" type="pres">
      <dgm:prSet presAssocID="{8B789626-922B-4BD3-83EE-2DDCE953E22F}" presName="linNode" presStyleCnt="0"/>
      <dgm:spPr/>
    </dgm:pt>
    <dgm:pt modelId="{B29B8568-1F82-464A-9940-FEDE29FA7BF1}" type="pres">
      <dgm:prSet presAssocID="{8B789626-922B-4BD3-83EE-2DDCE953E22F}" presName="parentText" presStyleLbl="node1" presStyleIdx="0" presStyleCnt="1">
        <dgm:presLayoutVars>
          <dgm:chMax val="1"/>
          <dgm:bulletEnabled val="1"/>
        </dgm:presLayoutVars>
      </dgm:prSet>
      <dgm:spPr/>
    </dgm:pt>
  </dgm:ptLst>
  <dgm:cxnLst>
    <dgm:cxn modelId="{E99E1212-F6F6-4FB8-98B1-065F5BA09511}" type="presOf" srcId="{8B789626-922B-4BD3-83EE-2DDCE953E22F}" destId="{B29B8568-1F82-464A-9940-FEDE29FA7BF1}" srcOrd="0" destOrd="0" presId="urn:microsoft.com/office/officeart/2005/8/layout/vList5"/>
    <dgm:cxn modelId="{BC0DEA28-13DF-4354-836D-AB7FC31763D6}" srcId="{CED2529D-AA31-4455-A3AF-ADF7CF428914}" destId="{8B789626-922B-4BD3-83EE-2DDCE953E22F}" srcOrd="0" destOrd="0" parTransId="{42436E1D-97D3-4C4F-A8B5-B1219B636336}" sibTransId="{3C8599E8-8AC2-456B-91D2-5C5570BD5AD2}"/>
    <dgm:cxn modelId="{6C3F9149-4583-4B6A-AB6E-FC7D3D0A8CA0}" type="presOf" srcId="{CED2529D-AA31-4455-A3AF-ADF7CF428914}" destId="{4FD839FE-BCCB-4963-9941-8A7986622F79}" srcOrd="0" destOrd="0" presId="urn:microsoft.com/office/officeart/2005/8/layout/vList5"/>
    <dgm:cxn modelId="{B879F91A-D22B-4F1B-97F3-E2F33F6FF7FF}" type="presParOf" srcId="{4FD839FE-BCCB-4963-9941-8A7986622F79}" destId="{BCD9CF6B-E132-40D2-A8C7-2A09A5E5F188}" srcOrd="0" destOrd="0" presId="urn:microsoft.com/office/officeart/2005/8/layout/vList5"/>
    <dgm:cxn modelId="{2B449B13-E762-4CF1-AD1E-23EB6315365B}" type="presParOf" srcId="{BCD9CF6B-E132-40D2-A8C7-2A09A5E5F188}" destId="{B29B8568-1F82-464A-9940-FEDE29FA7BF1}"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14C6277D-2CC1-405C-B53B-B9D281A070C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092FA8F-0920-46C8-B762-D87660690D2F}">
      <dgm:prSet/>
      <dgm:spPr>
        <a:ln>
          <a:solidFill>
            <a:schemeClr val="tx1"/>
          </a:solidFill>
        </a:ln>
      </dgm:spPr>
      <dgm:t>
        <a:bodyPr/>
        <a:lstStyle/>
        <a:p>
          <a:r>
            <a:rPr lang="en-IN" b="0" i="0" dirty="0">
              <a:solidFill>
                <a:schemeClr val="accent4"/>
              </a:solidFill>
            </a:rPr>
            <a:t>Type IV civilizations would almost be able to harness the energy content of the entire universe and with that, they could traverse the accelerating expansion of space (furthermore, advance races of these species may live inside supermassive black holes). To previous methods of generating energy, these kinds of feats are considered impossible.</a:t>
          </a:r>
        </a:p>
        <a:p>
          <a:r>
            <a:rPr lang="en-IN" b="0" i="0" dirty="0">
              <a:solidFill>
                <a:schemeClr val="accent4"/>
              </a:solidFill>
            </a:rPr>
            <a:t> A Type IV civilization would need to tap into energy sources unknown to us using strange, or currently unknown, laws of physics.</a:t>
          </a:r>
          <a:endParaRPr lang="en-IN" dirty="0">
            <a:solidFill>
              <a:schemeClr val="accent4"/>
            </a:solidFill>
          </a:endParaRPr>
        </a:p>
      </dgm:t>
    </dgm:pt>
    <dgm:pt modelId="{1929EC8C-04B8-48EB-A8BF-A39D5E42328C}" type="parTrans" cxnId="{57BAFDC5-278D-4FB9-9508-F98567644983}">
      <dgm:prSet/>
      <dgm:spPr/>
      <dgm:t>
        <a:bodyPr/>
        <a:lstStyle/>
        <a:p>
          <a:endParaRPr lang="en-IN"/>
        </a:p>
      </dgm:t>
    </dgm:pt>
    <dgm:pt modelId="{9E5E8189-3FAE-4A33-81EF-E068D88A5ED7}" type="sibTrans" cxnId="{57BAFDC5-278D-4FB9-9508-F98567644983}">
      <dgm:prSet/>
      <dgm:spPr/>
      <dgm:t>
        <a:bodyPr/>
        <a:lstStyle/>
        <a:p>
          <a:endParaRPr lang="en-IN"/>
        </a:p>
      </dgm:t>
    </dgm:pt>
    <dgm:pt modelId="{CA391B0A-C34B-4358-8CCB-F89EF16AEF31}" type="pres">
      <dgm:prSet presAssocID="{14C6277D-2CC1-405C-B53B-B9D281A070C0}" presName="linear" presStyleCnt="0">
        <dgm:presLayoutVars>
          <dgm:animLvl val="lvl"/>
          <dgm:resizeHandles val="exact"/>
        </dgm:presLayoutVars>
      </dgm:prSet>
      <dgm:spPr/>
    </dgm:pt>
    <dgm:pt modelId="{062FD3B7-D12B-4938-8068-466A619CA5AB}" type="pres">
      <dgm:prSet presAssocID="{4092FA8F-0920-46C8-B762-D87660690D2F}" presName="parentText" presStyleLbl="node1" presStyleIdx="0" presStyleCnt="1" custScaleY="48472" custLinFactNeighborY="450">
        <dgm:presLayoutVars>
          <dgm:chMax val="0"/>
          <dgm:bulletEnabled val="1"/>
        </dgm:presLayoutVars>
      </dgm:prSet>
      <dgm:spPr/>
    </dgm:pt>
  </dgm:ptLst>
  <dgm:cxnLst>
    <dgm:cxn modelId="{3A5C39BB-D519-4A58-AA1E-00BB25ADF956}" type="presOf" srcId="{14C6277D-2CC1-405C-B53B-B9D281A070C0}" destId="{CA391B0A-C34B-4358-8CCB-F89EF16AEF31}" srcOrd="0" destOrd="0" presId="urn:microsoft.com/office/officeart/2005/8/layout/vList2"/>
    <dgm:cxn modelId="{57BAFDC5-278D-4FB9-9508-F98567644983}" srcId="{14C6277D-2CC1-405C-B53B-B9D281A070C0}" destId="{4092FA8F-0920-46C8-B762-D87660690D2F}" srcOrd="0" destOrd="0" parTransId="{1929EC8C-04B8-48EB-A8BF-A39D5E42328C}" sibTransId="{9E5E8189-3FAE-4A33-81EF-E068D88A5ED7}"/>
    <dgm:cxn modelId="{54B126E0-DE38-45B3-BA0D-23D8C30628C0}" type="presOf" srcId="{4092FA8F-0920-46C8-B762-D87660690D2F}" destId="{062FD3B7-D12B-4938-8068-466A619CA5AB}" srcOrd="0" destOrd="0" presId="urn:microsoft.com/office/officeart/2005/8/layout/vList2"/>
    <dgm:cxn modelId="{32B187F4-FD62-4183-B52D-BBA62E3B0FA3}" type="presParOf" srcId="{CA391B0A-C34B-4358-8CCB-F89EF16AEF31}" destId="{062FD3B7-D12B-4938-8068-466A619CA5A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80A4AD3D-0CA9-4C55-AD13-BEF11FE59D0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131364DF-40C2-4D09-A123-E4F539DF489F}">
      <dgm:prSet/>
      <dgm:spPr>
        <a:ln>
          <a:solidFill>
            <a:schemeClr val="tx1"/>
          </a:solidFill>
        </a:ln>
      </dgm:spPr>
      <dgm:t>
        <a:bodyPr/>
        <a:lstStyle/>
        <a:p>
          <a:r>
            <a:rPr lang="en-IN" b="1" i="0" dirty="0">
              <a:solidFill>
                <a:schemeClr val="accent4"/>
              </a:solidFill>
            </a:rPr>
            <a:t>Type 4 Civilization</a:t>
          </a:r>
          <a:endParaRPr lang="en-IN" dirty="0">
            <a:solidFill>
              <a:schemeClr val="accent4"/>
            </a:solidFill>
          </a:endParaRPr>
        </a:p>
      </dgm:t>
    </dgm:pt>
    <dgm:pt modelId="{975CE3FD-6EF0-4522-A085-BA9D248F62B6}" type="parTrans" cxnId="{A4C92119-4F57-4F2C-B79A-76136B362814}">
      <dgm:prSet/>
      <dgm:spPr/>
      <dgm:t>
        <a:bodyPr/>
        <a:lstStyle/>
        <a:p>
          <a:endParaRPr lang="en-IN"/>
        </a:p>
      </dgm:t>
    </dgm:pt>
    <dgm:pt modelId="{B216D8FA-9545-4FB1-AB13-928B37B485B0}" type="sibTrans" cxnId="{A4C92119-4F57-4F2C-B79A-76136B362814}">
      <dgm:prSet/>
      <dgm:spPr/>
      <dgm:t>
        <a:bodyPr/>
        <a:lstStyle/>
        <a:p>
          <a:endParaRPr lang="en-IN"/>
        </a:p>
      </dgm:t>
    </dgm:pt>
    <dgm:pt modelId="{26EFB2D1-C214-41A0-ADA6-9B9BB2FA5045}" type="pres">
      <dgm:prSet presAssocID="{80A4AD3D-0CA9-4C55-AD13-BEF11FE59D09}" presName="Name0" presStyleCnt="0">
        <dgm:presLayoutVars>
          <dgm:dir/>
          <dgm:animLvl val="lvl"/>
          <dgm:resizeHandles val="exact"/>
        </dgm:presLayoutVars>
      </dgm:prSet>
      <dgm:spPr/>
    </dgm:pt>
    <dgm:pt modelId="{4B3329D6-2EA8-4C42-9FC1-889F658F46CC}" type="pres">
      <dgm:prSet presAssocID="{131364DF-40C2-4D09-A123-E4F539DF489F}" presName="linNode" presStyleCnt="0"/>
      <dgm:spPr/>
    </dgm:pt>
    <dgm:pt modelId="{5303EB01-B7B4-41C1-96C5-587F766AAE03}" type="pres">
      <dgm:prSet presAssocID="{131364DF-40C2-4D09-A123-E4F539DF489F}" presName="parentText" presStyleLbl="node1" presStyleIdx="0" presStyleCnt="1" custScaleY="71669" custLinFactNeighborX="0" custLinFactNeighborY="-29663">
        <dgm:presLayoutVars>
          <dgm:chMax val="1"/>
          <dgm:bulletEnabled val="1"/>
        </dgm:presLayoutVars>
      </dgm:prSet>
      <dgm:spPr/>
    </dgm:pt>
  </dgm:ptLst>
  <dgm:cxnLst>
    <dgm:cxn modelId="{A9E42705-8644-42B2-B596-CDDB72BDD875}" type="presOf" srcId="{131364DF-40C2-4D09-A123-E4F539DF489F}" destId="{5303EB01-B7B4-41C1-96C5-587F766AAE03}" srcOrd="0" destOrd="0" presId="urn:microsoft.com/office/officeart/2005/8/layout/vList5"/>
    <dgm:cxn modelId="{A4C92119-4F57-4F2C-B79A-76136B362814}" srcId="{80A4AD3D-0CA9-4C55-AD13-BEF11FE59D09}" destId="{131364DF-40C2-4D09-A123-E4F539DF489F}" srcOrd="0" destOrd="0" parTransId="{975CE3FD-6EF0-4522-A085-BA9D248F62B6}" sibTransId="{B216D8FA-9545-4FB1-AB13-928B37B485B0}"/>
    <dgm:cxn modelId="{C70D81BA-7E43-4E0F-A8BA-D6D90B6C53CA}" type="presOf" srcId="{80A4AD3D-0CA9-4C55-AD13-BEF11FE59D09}" destId="{26EFB2D1-C214-41A0-ADA6-9B9BB2FA5045}" srcOrd="0" destOrd="0" presId="urn:microsoft.com/office/officeart/2005/8/layout/vList5"/>
    <dgm:cxn modelId="{B35DC50E-84DC-4461-BDDF-1C2008AF3034}" type="presParOf" srcId="{26EFB2D1-C214-41A0-ADA6-9B9BB2FA5045}" destId="{4B3329D6-2EA8-4C42-9FC1-889F658F46CC}" srcOrd="0" destOrd="0" presId="urn:microsoft.com/office/officeart/2005/8/layout/vList5"/>
    <dgm:cxn modelId="{EA081BF9-B60C-4528-83E2-AD2FE925EB0F}" type="presParOf" srcId="{4B3329D6-2EA8-4C42-9FC1-889F658F46CC}" destId="{5303EB01-B7B4-41C1-96C5-587F766AAE03}"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730D4497-EB1C-414C-B1D4-130E0F34A4E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412381D-A60F-445C-A753-8B07059B6016}">
      <dgm:prSet/>
      <dgm:spPr>
        <a:ln>
          <a:solidFill>
            <a:schemeClr val="tx1"/>
          </a:solidFill>
        </a:ln>
      </dgm:spPr>
      <dgm:t>
        <a:bodyPr/>
        <a:lstStyle/>
        <a:p>
          <a:r>
            <a:rPr lang="en-IN" b="0" i="0" dirty="0">
              <a:solidFill>
                <a:schemeClr val="accent4"/>
              </a:solidFill>
            </a:rPr>
            <a:t>Type V might just be the next possible advancement to such a civilization. Here beings would be like gods, having the knowledge to manipulate the universe as they please. </a:t>
          </a:r>
          <a:endParaRPr lang="en-IN" dirty="0">
            <a:solidFill>
              <a:schemeClr val="accent4"/>
            </a:solidFill>
          </a:endParaRPr>
        </a:p>
      </dgm:t>
    </dgm:pt>
    <dgm:pt modelId="{DB8CBCD2-82A3-4C19-B899-6DC26C3BC122}" type="parTrans" cxnId="{5B99D377-5F72-4120-9A8A-21A9C9755836}">
      <dgm:prSet/>
      <dgm:spPr/>
      <dgm:t>
        <a:bodyPr/>
        <a:lstStyle/>
        <a:p>
          <a:endParaRPr lang="en-IN"/>
        </a:p>
      </dgm:t>
    </dgm:pt>
    <dgm:pt modelId="{D8C640DA-78BF-4304-A35D-0624373536C8}" type="sibTrans" cxnId="{5B99D377-5F72-4120-9A8A-21A9C9755836}">
      <dgm:prSet/>
      <dgm:spPr/>
      <dgm:t>
        <a:bodyPr/>
        <a:lstStyle/>
        <a:p>
          <a:endParaRPr lang="en-IN"/>
        </a:p>
      </dgm:t>
    </dgm:pt>
    <dgm:pt modelId="{3EEDFB2C-E3DF-4E0C-930B-DBE9F402B438}" type="pres">
      <dgm:prSet presAssocID="{730D4497-EB1C-414C-B1D4-130E0F34A4EA}" presName="linear" presStyleCnt="0">
        <dgm:presLayoutVars>
          <dgm:animLvl val="lvl"/>
          <dgm:resizeHandles val="exact"/>
        </dgm:presLayoutVars>
      </dgm:prSet>
      <dgm:spPr/>
    </dgm:pt>
    <dgm:pt modelId="{34138541-AF10-4AFD-B1AE-5911110787CC}" type="pres">
      <dgm:prSet presAssocID="{6412381D-A60F-445C-A753-8B07059B6016}" presName="parentText" presStyleLbl="node1" presStyleIdx="0" presStyleCnt="1" custScaleY="59735" custLinFactNeighborX="3356" custLinFactNeighborY="7458">
        <dgm:presLayoutVars>
          <dgm:chMax val="0"/>
          <dgm:bulletEnabled val="1"/>
        </dgm:presLayoutVars>
      </dgm:prSet>
      <dgm:spPr/>
    </dgm:pt>
  </dgm:ptLst>
  <dgm:cxnLst>
    <dgm:cxn modelId="{9CC2704F-C0F7-4B3E-9B13-0A145FFF1E3C}" type="presOf" srcId="{730D4497-EB1C-414C-B1D4-130E0F34A4EA}" destId="{3EEDFB2C-E3DF-4E0C-930B-DBE9F402B438}" srcOrd="0" destOrd="0" presId="urn:microsoft.com/office/officeart/2005/8/layout/vList2"/>
    <dgm:cxn modelId="{5B99D377-5F72-4120-9A8A-21A9C9755836}" srcId="{730D4497-EB1C-414C-B1D4-130E0F34A4EA}" destId="{6412381D-A60F-445C-A753-8B07059B6016}" srcOrd="0" destOrd="0" parTransId="{DB8CBCD2-82A3-4C19-B899-6DC26C3BC122}" sibTransId="{D8C640DA-78BF-4304-A35D-0624373536C8}"/>
    <dgm:cxn modelId="{C7D39C88-8FD3-400E-ABCF-3E46B549D6BF}" type="presOf" srcId="{6412381D-A60F-445C-A753-8B07059B6016}" destId="{34138541-AF10-4AFD-B1AE-5911110787CC}" srcOrd="0" destOrd="0" presId="urn:microsoft.com/office/officeart/2005/8/layout/vList2"/>
    <dgm:cxn modelId="{14CC967E-5739-42E7-BCDB-C0CCCA73466B}" type="presParOf" srcId="{3EEDFB2C-E3DF-4E0C-930B-DBE9F402B438}" destId="{34138541-AF10-4AFD-B1AE-5911110787C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55A1829F-F16E-4C4B-9A00-D5DFF493934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C63FADF9-DF30-4F09-B1FA-BEF84DF93023}">
      <dgm:prSet/>
      <dgm:spPr>
        <a:ln>
          <a:solidFill>
            <a:schemeClr val="tx1"/>
          </a:solidFill>
        </a:ln>
      </dgm:spPr>
      <dgm:t>
        <a:bodyPr/>
        <a:lstStyle/>
        <a:p>
          <a:r>
            <a:rPr lang="en-IN" b="1" i="0" dirty="0">
              <a:solidFill>
                <a:schemeClr val="accent4"/>
              </a:solidFill>
            </a:rPr>
            <a:t>Type 5 Civilization</a:t>
          </a:r>
          <a:endParaRPr lang="en-IN" dirty="0">
            <a:solidFill>
              <a:schemeClr val="accent4"/>
            </a:solidFill>
          </a:endParaRPr>
        </a:p>
      </dgm:t>
    </dgm:pt>
    <dgm:pt modelId="{847448A4-7B12-4934-8E36-7B990211F12B}" type="parTrans" cxnId="{D98C7111-819B-4E7A-9B2C-E2FF4D007D6B}">
      <dgm:prSet/>
      <dgm:spPr/>
      <dgm:t>
        <a:bodyPr/>
        <a:lstStyle/>
        <a:p>
          <a:endParaRPr lang="en-IN"/>
        </a:p>
      </dgm:t>
    </dgm:pt>
    <dgm:pt modelId="{209DE91B-EEB7-4FB5-A077-A6361587E79F}" type="sibTrans" cxnId="{D98C7111-819B-4E7A-9B2C-E2FF4D007D6B}">
      <dgm:prSet/>
      <dgm:spPr/>
      <dgm:t>
        <a:bodyPr/>
        <a:lstStyle/>
        <a:p>
          <a:endParaRPr lang="en-IN"/>
        </a:p>
      </dgm:t>
    </dgm:pt>
    <dgm:pt modelId="{C602DCDB-7CB3-4D52-800B-AF900477A930}" type="pres">
      <dgm:prSet presAssocID="{55A1829F-F16E-4C4B-9A00-D5DFF493934F}" presName="Name0" presStyleCnt="0">
        <dgm:presLayoutVars>
          <dgm:dir/>
          <dgm:animLvl val="lvl"/>
          <dgm:resizeHandles val="exact"/>
        </dgm:presLayoutVars>
      </dgm:prSet>
      <dgm:spPr/>
    </dgm:pt>
    <dgm:pt modelId="{F93989F9-6C23-4890-AED1-F7874B299AA9}" type="pres">
      <dgm:prSet presAssocID="{C63FADF9-DF30-4F09-B1FA-BEF84DF93023}" presName="linNode" presStyleCnt="0"/>
      <dgm:spPr/>
    </dgm:pt>
    <dgm:pt modelId="{713FDACB-7B68-4985-B430-B321DE195385}" type="pres">
      <dgm:prSet presAssocID="{C63FADF9-DF30-4F09-B1FA-BEF84DF93023}" presName="parentText" presStyleLbl="node1" presStyleIdx="0" presStyleCnt="1" custLinFactNeighborX="-4" custLinFactNeighborY="19403">
        <dgm:presLayoutVars>
          <dgm:chMax val="1"/>
          <dgm:bulletEnabled val="1"/>
        </dgm:presLayoutVars>
      </dgm:prSet>
      <dgm:spPr/>
    </dgm:pt>
  </dgm:ptLst>
  <dgm:cxnLst>
    <dgm:cxn modelId="{D98C7111-819B-4E7A-9B2C-E2FF4D007D6B}" srcId="{55A1829F-F16E-4C4B-9A00-D5DFF493934F}" destId="{C63FADF9-DF30-4F09-B1FA-BEF84DF93023}" srcOrd="0" destOrd="0" parTransId="{847448A4-7B12-4934-8E36-7B990211F12B}" sibTransId="{209DE91B-EEB7-4FB5-A077-A6361587E79F}"/>
    <dgm:cxn modelId="{97F5FC2D-CFBB-4A05-8AA7-91C49D50D57A}" type="presOf" srcId="{55A1829F-F16E-4C4B-9A00-D5DFF493934F}" destId="{C602DCDB-7CB3-4D52-800B-AF900477A930}" srcOrd="0" destOrd="0" presId="urn:microsoft.com/office/officeart/2005/8/layout/vList5"/>
    <dgm:cxn modelId="{B25824CC-B042-4271-A702-04F0223888F3}" type="presOf" srcId="{C63FADF9-DF30-4F09-B1FA-BEF84DF93023}" destId="{713FDACB-7B68-4985-B430-B321DE195385}" srcOrd="0" destOrd="0" presId="urn:microsoft.com/office/officeart/2005/8/layout/vList5"/>
    <dgm:cxn modelId="{283B5703-4740-49DD-993D-FEE515B9978F}" type="presParOf" srcId="{C602DCDB-7CB3-4D52-800B-AF900477A930}" destId="{F93989F9-6C23-4890-AED1-F7874B299AA9}" srcOrd="0" destOrd="0" presId="urn:microsoft.com/office/officeart/2005/8/layout/vList5"/>
    <dgm:cxn modelId="{7C8049E5-2D61-40C4-9A4C-F4CCFFBDE4F4}" type="presParOf" srcId="{F93989F9-6C23-4890-AED1-F7874B299AA9}" destId="{713FDACB-7B68-4985-B430-B321DE195385}"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2D32E9B0-1F93-4179-A651-7E3C3642271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63695C8-3654-42EB-802E-6CEF3A2EA750}">
      <dgm:prSet/>
      <dgm:spPr>
        <a:ln>
          <a:solidFill>
            <a:schemeClr val="tx1"/>
          </a:solidFill>
        </a:ln>
      </dgm:spPr>
      <dgm:t>
        <a:bodyPr/>
        <a:lstStyle/>
        <a:p>
          <a:r>
            <a:rPr lang="en-IN" b="1" i="1" dirty="0">
              <a:solidFill>
                <a:schemeClr val="accent4"/>
              </a:solidFill>
            </a:rPr>
            <a:t>Type I-minus is capable of manipulating objects over the scale of themselves: building structures, mining, joining and breaking solids;</a:t>
          </a:r>
        </a:p>
      </dgm:t>
    </dgm:pt>
    <dgm:pt modelId="{92A49AD5-AA4F-426A-9A7E-A0A21CA8D6BF}" type="parTrans" cxnId="{710AC9E4-53D1-445E-83C0-41F1792CFEA6}">
      <dgm:prSet/>
      <dgm:spPr/>
      <dgm:t>
        <a:bodyPr/>
        <a:lstStyle/>
        <a:p>
          <a:endParaRPr lang="en-IN"/>
        </a:p>
      </dgm:t>
    </dgm:pt>
    <dgm:pt modelId="{B12A95AB-BA07-4F3A-9FFD-EEF8D6D6E732}" type="sibTrans" cxnId="{710AC9E4-53D1-445E-83C0-41F1792CFEA6}">
      <dgm:prSet/>
      <dgm:spPr/>
      <dgm:t>
        <a:bodyPr/>
        <a:lstStyle/>
        <a:p>
          <a:endParaRPr lang="en-IN"/>
        </a:p>
      </dgm:t>
    </dgm:pt>
    <dgm:pt modelId="{ADFA26F0-358D-4054-A5E3-53D5044276F7}">
      <dgm:prSet/>
      <dgm:spPr>
        <a:ln>
          <a:solidFill>
            <a:schemeClr val="tx1"/>
          </a:solidFill>
        </a:ln>
      </dgm:spPr>
      <dgm:t>
        <a:bodyPr/>
        <a:lstStyle/>
        <a:p>
          <a:r>
            <a:rPr lang="en-IN" b="1" i="1" dirty="0">
              <a:solidFill>
                <a:schemeClr val="accent4"/>
              </a:solidFill>
            </a:rPr>
            <a:t>Type II-minus is capable of manipulating genes and altering the development of living things, transplanting or replacing parts of themselves, reading and engineering their genetic code;</a:t>
          </a:r>
        </a:p>
      </dgm:t>
    </dgm:pt>
    <dgm:pt modelId="{B44E65DB-AEBD-4DDB-BCBE-344459404511}" type="parTrans" cxnId="{396CF78B-8807-4D08-BA0A-922C0D97E298}">
      <dgm:prSet/>
      <dgm:spPr/>
      <dgm:t>
        <a:bodyPr/>
        <a:lstStyle/>
        <a:p>
          <a:endParaRPr lang="en-IN"/>
        </a:p>
      </dgm:t>
    </dgm:pt>
    <dgm:pt modelId="{7083F01C-7B66-46ED-B3E2-C19ADC57AF18}" type="sibTrans" cxnId="{396CF78B-8807-4D08-BA0A-922C0D97E298}">
      <dgm:prSet/>
      <dgm:spPr/>
      <dgm:t>
        <a:bodyPr/>
        <a:lstStyle/>
        <a:p>
          <a:endParaRPr lang="en-IN"/>
        </a:p>
      </dgm:t>
    </dgm:pt>
    <dgm:pt modelId="{0FB6917B-589C-41E3-913B-F5F4B937AFA1}">
      <dgm:prSet/>
      <dgm:spPr>
        <a:ln>
          <a:solidFill>
            <a:schemeClr val="tx1"/>
          </a:solidFill>
        </a:ln>
      </dgm:spPr>
      <dgm:t>
        <a:bodyPr/>
        <a:lstStyle/>
        <a:p>
          <a:r>
            <a:rPr lang="en-IN" b="1" i="1" dirty="0">
              <a:solidFill>
                <a:schemeClr val="accent4"/>
              </a:solidFill>
            </a:rPr>
            <a:t>Type III-minus is capable of manipulating molecules and molecular bonds, creating new materials;</a:t>
          </a:r>
        </a:p>
      </dgm:t>
    </dgm:pt>
    <dgm:pt modelId="{36FC33DD-D3F9-4F96-8A70-59731D9FBE96}" type="parTrans" cxnId="{899B7EC1-B6CE-4FB6-8B6D-A5BB8B19A63D}">
      <dgm:prSet/>
      <dgm:spPr/>
      <dgm:t>
        <a:bodyPr/>
        <a:lstStyle/>
        <a:p>
          <a:endParaRPr lang="en-IN"/>
        </a:p>
      </dgm:t>
    </dgm:pt>
    <dgm:pt modelId="{A3E83351-15D9-49A9-B4A1-4830B5B9F7DC}" type="sibTrans" cxnId="{899B7EC1-B6CE-4FB6-8B6D-A5BB8B19A63D}">
      <dgm:prSet/>
      <dgm:spPr/>
      <dgm:t>
        <a:bodyPr/>
        <a:lstStyle/>
        <a:p>
          <a:endParaRPr lang="en-IN"/>
        </a:p>
      </dgm:t>
    </dgm:pt>
    <dgm:pt modelId="{8D03BC9E-270C-4007-A0BC-8BE02AD39C3A}">
      <dgm:prSet/>
      <dgm:spPr>
        <a:ln>
          <a:solidFill>
            <a:schemeClr val="tx1"/>
          </a:solidFill>
        </a:ln>
      </dgm:spPr>
      <dgm:t>
        <a:bodyPr/>
        <a:lstStyle/>
        <a:p>
          <a:r>
            <a:rPr lang="en-IN" b="1" i="1" dirty="0">
              <a:solidFill>
                <a:schemeClr val="accent4"/>
              </a:solidFill>
            </a:rPr>
            <a:t>Type IV-minus is capable of manipulating individual atoms, creating nanotechnologies on the atomic scale and creating complex forms of artificial life;</a:t>
          </a:r>
        </a:p>
      </dgm:t>
    </dgm:pt>
    <dgm:pt modelId="{C3264756-ED01-4C40-BD01-48070FCE54F4}" type="parTrans" cxnId="{94F9B9B2-8808-4D68-A6A8-F10E957C60EC}">
      <dgm:prSet/>
      <dgm:spPr/>
      <dgm:t>
        <a:bodyPr/>
        <a:lstStyle/>
        <a:p>
          <a:endParaRPr lang="en-IN"/>
        </a:p>
      </dgm:t>
    </dgm:pt>
    <dgm:pt modelId="{DB4A6999-5E76-4E83-AAAA-C225B6BC6472}" type="sibTrans" cxnId="{94F9B9B2-8808-4D68-A6A8-F10E957C60EC}">
      <dgm:prSet/>
      <dgm:spPr/>
      <dgm:t>
        <a:bodyPr/>
        <a:lstStyle/>
        <a:p>
          <a:endParaRPr lang="en-IN"/>
        </a:p>
      </dgm:t>
    </dgm:pt>
    <dgm:pt modelId="{33D68A25-B106-485B-92CA-6ECD3D4B7688}">
      <dgm:prSet/>
      <dgm:spPr>
        <a:ln>
          <a:solidFill>
            <a:schemeClr val="tx1"/>
          </a:solidFill>
        </a:ln>
      </dgm:spPr>
      <dgm:t>
        <a:bodyPr/>
        <a:lstStyle/>
        <a:p>
          <a:r>
            <a:rPr lang="en-IN" b="1" i="1" dirty="0">
              <a:solidFill>
                <a:schemeClr val="accent4"/>
              </a:solidFill>
            </a:rPr>
            <a:t>Type V-minus is capable of manipulating the atomic nucleus and engineering the nucleons that compose it;</a:t>
          </a:r>
        </a:p>
      </dgm:t>
    </dgm:pt>
    <dgm:pt modelId="{30C2727C-7620-4C66-9D2F-2C1A90430E9F}" type="parTrans" cxnId="{97299DF5-1F3A-42B4-A3C0-6D12DB279CED}">
      <dgm:prSet/>
      <dgm:spPr/>
      <dgm:t>
        <a:bodyPr/>
        <a:lstStyle/>
        <a:p>
          <a:endParaRPr lang="en-IN"/>
        </a:p>
      </dgm:t>
    </dgm:pt>
    <dgm:pt modelId="{27D329D6-4905-47E5-A74A-38ECE16AD732}" type="sibTrans" cxnId="{97299DF5-1F3A-42B4-A3C0-6D12DB279CED}">
      <dgm:prSet/>
      <dgm:spPr/>
      <dgm:t>
        <a:bodyPr/>
        <a:lstStyle/>
        <a:p>
          <a:endParaRPr lang="en-IN"/>
        </a:p>
      </dgm:t>
    </dgm:pt>
    <dgm:pt modelId="{1C46ED0A-2530-4B99-A74A-C9A65CCFC484}">
      <dgm:prSet/>
      <dgm:spPr>
        <a:ln>
          <a:solidFill>
            <a:schemeClr val="tx1"/>
          </a:solidFill>
        </a:ln>
      </dgm:spPr>
      <dgm:t>
        <a:bodyPr/>
        <a:lstStyle/>
        <a:p>
          <a:r>
            <a:rPr lang="en-IN" b="1" i="1" dirty="0">
              <a:solidFill>
                <a:schemeClr val="accent4"/>
              </a:solidFill>
            </a:rPr>
            <a:t>Type VI-minus is capable of manipulating the most elementary particles of matter (quarks and leptons) to create organized complexity among populations of elementary particles; culminating in:</a:t>
          </a:r>
        </a:p>
      </dgm:t>
    </dgm:pt>
    <dgm:pt modelId="{280789E7-6484-40E6-9E7E-04B10E80BBCA}" type="parTrans" cxnId="{BBEBA24A-5033-4B9C-BF42-C0533698EE38}">
      <dgm:prSet/>
      <dgm:spPr/>
      <dgm:t>
        <a:bodyPr/>
        <a:lstStyle/>
        <a:p>
          <a:endParaRPr lang="en-IN"/>
        </a:p>
      </dgm:t>
    </dgm:pt>
    <dgm:pt modelId="{3087CA11-08F6-43DB-9512-9A351B1B9471}" type="sibTrans" cxnId="{BBEBA24A-5033-4B9C-BF42-C0533698EE38}">
      <dgm:prSet/>
      <dgm:spPr/>
      <dgm:t>
        <a:bodyPr/>
        <a:lstStyle/>
        <a:p>
          <a:endParaRPr lang="en-IN"/>
        </a:p>
      </dgm:t>
    </dgm:pt>
    <dgm:pt modelId="{E3B431CE-C113-438B-912B-8CD540779558}">
      <dgm:prSet/>
      <dgm:spPr>
        <a:ln>
          <a:solidFill>
            <a:schemeClr val="tx1"/>
          </a:solidFill>
        </a:ln>
      </dgm:spPr>
      <dgm:t>
        <a:bodyPr/>
        <a:lstStyle/>
        <a:p>
          <a:r>
            <a:rPr lang="en-IN" b="1" i="1" dirty="0">
              <a:solidFill>
                <a:schemeClr val="accent4"/>
              </a:solidFill>
            </a:rPr>
            <a:t>Type Omega-minus is capable of manipulating the basic structure of space and time.</a:t>
          </a:r>
        </a:p>
      </dgm:t>
    </dgm:pt>
    <dgm:pt modelId="{CEC25F65-80DA-4A96-ACD2-030DD7B77F8E}" type="parTrans" cxnId="{0F54F5B5-AFF9-4893-A963-4C2DDB6D19AA}">
      <dgm:prSet/>
      <dgm:spPr/>
      <dgm:t>
        <a:bodyPr/>
        <a:lstStyle/>
        <a:p>
          <a:endParaRPr lang="en-IN"/>
        </a:p>
      </dgm:t>
    </dgm:pt>
    <dgm:pt modelId="{D7CF4E5F-0CAB-41F0-99A7-9DB877880A86}" type="sibTrans" cxnId="{0F54F5B5-AFF9-4893-A963-4C2DDB6D19AA}">
      <dgm:prSet/>
      <dgm:spPr/>
      <dgm:t>
        <a:bodyPr/>
        <a:lstStyle/>
        <a:p>
          <a:endParaRPr lang="en-IN"/>
        </a:p>
      </dgm:t>
    </dgm:pt>
    <dgm:pt modelId="{9C542033-236D-493C-A643-FE8152A18414}" type="pres">
      <dgm:prSet presAssocID="{2D32E9B0-1F93-4179-A651-7E3C36422719}" presName="linear" presStyleCnt="0">
        <dgm:presLayoutVars>
          <dgm:animLvl val="lvl"/>
          <dgm:resizeHandles val="exact"/>
        </dgm:presLayoutVars>
      </dgm:prSet>
      <dgm:spPr/>
    </dgm:pt>
    <dgm:pt modelId="{D4904E5B-7AF1-4A72-B06C-C1DFAF89FBE0}" type="pres">
      <dgm:prSet presAssocID="{D63695C8-3654-42EB-802E-6CEF3A2EA750}" presName="parentText" presStyleLbl="node1" presStyleIdx="0" presStyleCnt="7">
        <dgm:presLayoutVars>
          <dgm:chMax val="0"/>
          <dgm:bulletEnabled val="1"/>
        </dgm:presLayoutVars>
      </dgm:prSet>
      <dgm:spPr/>
    </dgm:pt>
    <dgm:pt modelId="{782BA507-CD93-49E8-A5C0-E8E2ED9425ED}" type="pres">
      <dgm:prSet presAssocID="{B12A95AB-BA07-4F3A-9FFD-EEF8D6D6E732}" presName="spacer" presStyleCnt="0"/>
      <dgm:spPr/>
    </dgm:pt>
    <dgm:pt modelId="{6D84E84A-64C7-4C2D-A7F6-0C0E35C2B879}" type="pres">
      <dgm:prSet presAssocID="{ADFA26F0-358D-4054-A5E3-53D5044276F7}" presName="parentText" presStyleLbl="node1" presStyleIdx="1" presStyleCnt="7">
        <dgm:presLayoutVars>
          <dgm:chMax val="0"/>
          <dgm:bulletEnabled val="1"/>
        </dgm:presLayoutVars>
      </dgm:prSet>
      <dgm:spPr/>
    </dgm:pt>
    <dgm:pt modelId="{EA3E7A54-0118-4450-9D5B-FBA9B667CF00}" type="pres">
      <dgm:prSet presAssocID="{7083F01C-7B66-46ED-B3E2-C19ADC57AF18}" presName="spacer" presStyleCnt="0"/>
      <dgm:spPr/>
    </dgm:pt>
    <dgm:pt modelId="{865BEE0B-93A5-45D2-BF47-7A1A5B9D1F11}" type="pres">
      <dgm:prSet presAssocID="{0FB6917B-589C-41E3-913B-F5F4B937AFA1}" presName="parentText" presStyleLbl="node1" presStyleIdx="2" presStyleCnt="7">
        <dgm:presLayoutVars>
          <dgm:chMax val="0"/>
          <dgm:bulletEnabled val="1"/>
        </dgm:presLayoutVars>
      </dgm:prSet>
      <dgm:spPr/>
    </dgm:pt>
    <dgm:pt modelId="{616D23EC-2AE2-421F-A6BB-CC8F0B63D2A3}" type="pres">
      <dgm:prSet presAssocID="{A3E83351-15D9-49A9-B4A1-4830B5B9F7DC}" presName="spacer" presStyleCnt="0"/>
      <dgm:spPr/>
    </dgm:pt>
    <dgm:pt modelId="{DE96B070-F1FF-4134-86EA-405F3E0BB5E7}" type="pres">
      <dgm:prSet presAssocID="{8D03BC9E-270C-4007-A0BC-8BE02AD39C3A}" presName="parentText" presStyleLbl="node1" presStyleIdx="3" presStyleCnt="7">
        <dgm:presLayoutVars>
          <dgm:chMax val="0"/>
          <dgm:bulletEnabled val="1"/>
        </dgm:presLayoutVars>
      </dgm:prSet>
      <dgm:spPr/>
    </dgm:pt>
    <dgm:pt modelId="{39C60A40-4E78-4869-822D-E6E031D5FDDC}" type="pres">
      <dgm:prSet presAssocID="{DB4A6999-5E76-4E83-AAAA-C225B6BC6472}" presName="spacer" presStyleCnt="0"/>
      <dgm:spPr/>
    </dgm:pt>
    <dgm:pt modelId="{C921C4E4-4CD9-4889-8EC9-59855065FF01}" type="pres">
      <dgm:prSet presAssocID="{33D68A25-B106-485B-92CA-6ECD3D4B7688}" presName="parentText" presStyleLbl="node1" presStyleIdx="4" presStyleCnt="7">
        <dgm:presLayoutVars>
          <dgm:chMax val="0"/>
          <dgm:bulletEnabled val="1"/>
        </dgm:presLayoutVars>
      </dgm:prSet>
      <dgm:spPr/>
    </dgm:pt>
    <dgm:pt modelId="{71F75495-05AE-4BC3-B25B-F1D8E1239433}" type="pres">
      <dgm:prSet presAssocID="{27D329D6-4905-47E5-A74A-38ECE16AD732}" presName="spacer" presStyleCnt="0"/>
      <dgm:spPr/>
    </dgm:pt>
    <dgm:pt modelId="{2833BB21-B615-40D0-A238-681CE47E04EE}" type="pres">
      <dgm:prSet presAssocID="{1C46ED0A-2530-4B99-A74A-C9A65CCFC484}" presName="parentText" presStyleLbl="node1" presStyleIdx="5" presStyleCnt="7">
        <dgm:presLayoutVars>
          <dgm:chMax val="0"/>
          <dgm:bulletEnabled val="1"/>
        </dgm:presLayoutVars>
      </dgm:prSet>
      <dgm:spPr/>
    </dgm:pt>
    <dgm:pt modelId="{6004E442-759C-4098-855A-8651B7BFEB5C}" type="pres">
      <dgm:prSet presAssocID="{3087CA11-08F6-43DB-9512-9A351B1B9471}" presName="spacer" presStyleCnt="0"/>
      <dgm:spPr/>
    </dgm:pt>
    <dgm:pt modelId="{D91D2090-2218-472D-89CA-BFB1BDB0F336}" type="pres">
      <dgm:prSet presAssocID="{E3B431CE-C113-438B-912B-8CD540779558}" presName="parentText" presStyleLbl="node1" presStyleIdx="6" presStyleCnt="7">
        <dgm:presLayoutVars>
          <dgm:chMax val="0"/>
          <dgm:bulletEnabled val="1"/>
        </dgm:presLayoutVars>
      </dgm:prSet>
      <dgm:spPr/>
    </dgm:pt>
  </dgm:ptLst>
  <dgm:cxnLst>
    <dgm:cxn modelId="{A1F20311-B4BF-48A5-B2BB-6D9B91B16EF2}" type="presOf" srcId="{E3B431CE-C113-438B-912B-8CD540779558}" destId="{D91D2090-2218-472D-89CA-BFB1BDB0F336}" srcOrd="0" destOrd="0" presId="urn:microsoft.com/office/officeart/2005/8/layout/vList2"/>
    <dgm:cxn modelId="{CBF9DF34-DDE9-44F2-8F8D-5931B6E9D048}" type="presOf" srcId="{D63695C8-3654-42EB-802E-6CEF3A2EA750}" destId="{D4904E5B-7AF1-4A72-B06C-C1DFAF89FBE0}" srcOrd="0" destOrd="0" presId="urn:microsoft.com/office/officeart/2005/8/layout/vList2"/>
    <dgm:cxn modelId="{BBEBA24A-5033-4B9C-BF42-C0533698EE38}" srcId="{2D32E9B0-1F93-4179-A651-7E3C36422719}" destId="{1C46ED0A-2530-4B99-A74A-C9A65CCFC484}" srcOrd="5" destOrd="0" parTransId="{280789E7-6484-40E6-9E7E-04B10E80BBCA}" sibTransId="{3087CA11-08F6-43DB-9512-9A351B1B9471}"/>
    <dgm:cxn modelId="{E229C28A-523E-4480-AD83-8E6FFF713A35}" type="presOf" srcId="{33D68A25-B106-485B-92CA-6ECD3D4B7688}" destId="{C921C4E4-4CD9-4889-8EC9-59855065FF01}" srcOrd="0" destOrd="0" presId="urn:microsoft.com/office/officeart/2005/8/layout/vList2"/>
    <dgm:cxn modelId="{396CF78B-8807-4D08-BA0A-922C0D97E298}" srcId="{2D32E9B0-1F93-4179-A651-7E3C36422719}" destId="{ADFA26F0-358D-4054-A5E3-53D5044276F7}" srcOrd="1" destOrd="0" parTransId="{B44E65DB-AEBD-4DDB-BCBE-344459404511}" sibTransId="{7083F01C-7B66-46ED-B3E2-C19ADC57AF18}"/>
    <dgm:cxn modelId="{FBFBE0AF-1656-4C80-A53E-74DA2946A11D}" type="presOf" srcId="{8D03BC9E-270C-4007-A0BC-8BE02AD39C3A}" destId="{DE96B070-F1FF-4134-86EA-405F3E0BB5E7}" srcOrd="0" destOrd="0" presId="urn:microsoft.com/office/officeart/2005/8/layout/vList2"/>
    <dgm:cxn modelId="{A9046DB0-EACA-46F4-B8D5-C661FCFEAE29}" type="presOf" srcId="{ADFA26F0-358D-4054-A5E3-53D5044276F7}" destId="{6D84E84A-64C7-4C2D-A7F6-0C0E35C2B879}" srcOrd="0" destOrd="0" presId="urn:microsoft.com/office/officeart/2005/8/layout/vList2"/>
    <dgm:cxn modelId="{94F9B9B2-8808-4D68-A6A8-F10E957C60EC}" srcId="{2D32E9B0-1F93-4179-A651-7E3C36422719}" destId="{8D03BC9E-270C-4007-A0BC-8BE02AD39C3A}" srcOrd="3" destOrd="0" parTransId="{C3264756-ED01-4C40-BD01-48070FCE54F4}" sibTransId="{DB4A6999-5E76-4E83-AAAA-C225B6BC6472}"/>
    <dgm:cxn modelId="{0F54F5B5-AFF9-4893-A963-4C2DDB6D19AA}" srcId="{2D32E9B0-1F93-4179-A651-7E3C36422719}" destId="{E3B431CE-C113-438B-912B-8CD540779558}" srcOrd="6" destOrd="0" parTransId="{CEC25F65-80DA-4A96-ACD2-030DD7B77F8E}" sibTransId="{D7CF4E5F-0CAB-41F0-99A7-9DB877880A86}"/>
    <dgm:cxn modelId="{899B7EC1-B6CE-4FB6-8B6D-A5BB8B19A63D}" srcId="{2D32E9B0-1F93-4179-A651-7E3C36422719}" destId="{0FB6917B-589C-41E3-913B-F5F4B937AFA1}" srcOrd="2" destOrd="0" parTransId="{36FC33DD-D3F9-4F96-8A70-59731D9FBE96}" sibTransId="{A3E83351-15D9-49A9-B4A1-4830B5B9F7DC}"/>
    <dgm:cxn modelId="{710AC9E4-53D1-445E-83C0-41F1792CFEA6}" srcId="{2D32E9B0-1F93-4179-A651-7E3C36422719}" destId="{D63695C8-3654-42EB-802E-6CEF3A2EA750}" srcOrd="0" destOrd="0" parTransId="{92A49AD5-AA4F-426A-9A7E-A0A21CA8D6BF}" sibTransId="{B12A95AB-BA07-4F3A-9FFD-EEF8D6D6E732}"/>
    <dgm:cxn modelId="{5A487FF3-6688-4B80-9F38-CE3BAA24F1F1}" type="presOf" srcId="{0FB6917B-589C-41E3-913B-F5F4B937AFA1}" destId="{865BEE0B-93A5-45D2-BF47-7A1A5B9D1F11}" srcOrd="0" destOrd="0" presId="urn:microsoft.com/office/officeart/2005/8/layout/vList2"/>
    <dgm:cxn modelId="{BC1388F3-4CB2-4364-BB51-AC312F0C6D16}" type="presOf" srcId="{2D32E9B0-1F93-4179-A651-7E3C36422719}" destId="{9C542033-236D-493C-A643-FE8152A18414}" srcOrd="0" destOrd="0" presId="urn:microsoft.com/office/officeart/2005/8/layout/vList2"/>
    <dgm:cxn modelId="{97299DF5-1F3A-42B4-A3C0-6D12DB279CED}" srcId="{2D32E9B0-1F93-4179-A651-7E3C36422719}" destId="{33D68A25-B106-485B-92CA-6ECD3D4B7688}" srcOrd="4" destOrd="0" parTransId="{30C2727C-7620-4C66-9D2F-2C1A90430E9F}" sibTransId="{27D329D6-4905-47E5-A74A-38ECE16AD732}"/>
    <dgm:cxn modelId="{CC7A64FD-03AE-4288-82EC-0B5DD903BE28}" type="presOf" srcId="{1C46ED0A-2530-4B99-A74A-C9A65CCFC484}" destId="{2833BB21-B615-40D0-A238-681CE47E04EE}" srcOrd="0" destOrd="0" presId="urn:microsoft.com/office/officeart/2005/8/layout/vList2"/>
    <dgm:cxn modelId="{35607952-0D5F-4611-9A09-AF17EB5AC007}" type="presParOf" srcId="{9C542033-236D-493C-A643-FE8152A18414}" destId="{D4904E5B-7AF1-4A72-B06C-C1DFAF89FBE0}" srcOrd="0" destOrd="0" presId="urn:microsoft.com/office/officeart/2005/8/layout/vList2"/>
    <dgm:cxn modelId="{E367715A-6F4E-47C3-8FF9-78421348AB0D}" type="presParOf" srcId="{9C542033-236D-493C-A643-FE8152A18414}" destId="{782BA507-CD93-49E8-A5C0-E8E2ED9425ED}" srcOrd="1" destOrd="0" presId="urn:microsoft.com/office/officeart/2005/8/layout/vList2"/>
    <dgm:cxn modelId="{7BB942B7-F672-46C3-86BF-66080F40CA7F}" type="presParOf" srcId="{9C542033-236D-493C-A643-FE8152A18414}" destId="{6D84E84A-64C7-4C2D-A7F6-0C0E35C2B879}" srcOrd="2" destOrd="0" presId="urn:microsoft.com/office/officeart/2005/8/layout/vList2"/>
    <dgm:cxn modelId="{F9854A7D-ACD1-4676-9881-6BC5D492FA8A}" type="presParOf" srcId="{9C542033-236D-493C-A643-FE8152A18414}" destId="{EA3E7A54-0118-4450-9D5B-FBA9B667CF00}" srcOrd="3" destOrd="0" presId="urn:microsoft.com/office/officeart/2005/8/layout/vList2"/>
    <dgm:cxn modelId="{A5DAAD3B-1467-4C56-9AEE-C017DFB69465}" type="presParOf" srcId="{9C542033-236D-493C-A643-FE8152A18414}" destId="{865BEE0B-93A5-45D2-BF47-7A1A5B9D1F11}" srcOrd="4" destOrd="0" presId="urn:microsoft.com/office/officeart/2005/8/layout/vList2"/>
    <dgm:cxn modelId="{8D3E0C57-B738-42B9-948C-2C405DCCA12F}" type="presParOf" srcId="{9C542033-236D-493C-A643-FE8152A18414}" destId="{616D23EC-2AE2-421F-A6BB-CC8F0B63D2A3}" srcOrd="5" destOrd="0" presId="urn:microsoft.com/office/officeart/2005/8/layout/vList2"/>
    <dgm:cxn modelId="{3215E80D-A435-4E0F-86DD-DB46C0052826}" type="presParOf" srcId="{9C542033-236D-493C-A643-FE8152A18414}" destId="{DE96B070-F1FF-4134-86EA-405F3E0BB5E7}" srcOrd="6" destOrd="0" presId="urn:microsoft.com/office/officeart/2005/8/layout/vList2"/>
    <dgm:cxn modelId="{B0021565-6CC3-4025-ABEF-2669221759CD}" type="presParOf" srcId="{9C542033-236D-493C-A643-FE8152A18414}" destId="{39C60A40-4E78-4869-822D-E6E031D5FDDC}" srcOrd="7" destOrd="0" presId="urn:microsoft.com/office/officeart/2005/8/layout/vList2"/>
    <dgm:cxn modelId="{BFE33272-7514-415A-AB31-C733FA595F9D}" type="presParOf" srcId="{9C542033-236D-493C-A643-FE8152A18414}" destId="{C921C4E4-4CD9-4889-8EC9-59855065FF01}" srcOrd="8" destOrd="0" presId="urn:microsoft.com/office/officeart/2005/8/layout/vList2"/>
    <dgm:cxn modelId="{D6169C9C-8900-4EB6-84EA-4F8BE6DE58BE}" type="presParOf" srcId="{9C542033-236D-493C-A643-FE8152A18414}" destId="{71F75495-05AE-4BC3-B25B-F1D8E1239433}" srcOrd="9" destOrd="0" presId="urn:microsoft.com/office/officeart/2005/8/layout/vList2"/>
    <dgm:cxn modelId="{CCA11F1D-610E-4DCF-8D74-2AE1016302C3}" type="presParOf" srcId="{9C542033-236D-493C-A643-FE8152A18414}" destId="{2833BB21-B615-40D0-A238-681CE47E04EE}" srcOrd="10" destOrd="0" presId="urn:microsoft.com/office/officeart/2005/8/layout/vList2"/>
    <dgm:cxn modelId="{D9AA20BB-63CD-4680-925A-B12FD6D73127}" type="presParOf" srcId="{9C542033-236D-493C-A643-FE8152A18414}" destId="{6004E442-759C-4098-855A-8651B7BFEB5C}" srcOrd="11" destOrd="0" presId="urn:microsoft.com/office/officeart/2005/8/layout/vList2"/>
    <dgm:cxn modelId="{1F2EA2B8-2858-4683-AB35-4701E15DFEB5}" type="presParOf" srcId="{9C542033-236D-493C-A643-FE8152A18414}" destId="{D91D2090-2218-472D-89CA-BFB1BDB0F336}"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CBAAF0-7E2B-4466-846A-A2CE40907C3A}">
      <dsp:nvSpPr>
        <dsp:cNvPr id="0" name=""/>
        <dsp:cNvSpPr/>
      </dsp:nvSpPr>
      <dsp:spPr>
        <a:xfrm>
          <a:off x="584320" y="1760"/>
          <a:ext cx="9103359" cy="4551679"/>
        </a:xfrm>
        <a:prstGeom prst="rect">
          <a:avLst/>
        </a:prstGeom>
        <a:solidFill>
          <a:schemeClr val="accent1">
            <a:hueOff val="0"/>
            <a:satOff val="0"/>
            <a:lumOff val="0"/>
            <a:alphaOff val="0"/>
          </a:schemeClr>
        </a:solidFill>
        <a:ln w="38100" cap="flat" cmpd="sng" algn="ctr">
          <a:solidFill>
            <a:schemeClr val="accent1"/>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IN" sz="3900" b="1" i="1" kern="1200" dirty="0">
              <a:solidFill>
                <a:schemeClr val="accent4"/>
              </a:solidFill>
            </a:rPr>
            <a:t>Nikolai Semenovich Kardashev. 25 April 1932 – 3 August 2019) was a Soviet and Russian astrophysicist, Doctor of Physical and Mathematical Sciences, and the deputy director of the Astro Space Center of PN Lebedev Physical Institute of the Russian Academy of Sciences in Moscow.</a:t>
          </a:r>
          <a:endParaRPr lang="en-IN" sz="3900" kern="1200" dirty="0">
            <a:solidFill>
              <a:schemeClr val="accent4"/>
            </a:solidFill>
          </a:endParaRPr>
        </a:p>
      </dsp:txBody>
      <dsp:txXfrm>
        <a:off x="584320" y="1760"/>
        <a:ext cx="9103359" cy="45516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8C52A1-1DF9-478A-B3AE-6EDA8B7D5734}">
      <dsp:nvSpPr>
        <dsp:cNvPr id="0" name=""/>
        <dsp:cNvSpPr/>
      </dsp:nvSpPr>
      <dsp:spPr>
        <a:xfrm rot="10800000">
          <a:off x="1885297" y="0"/>
          <a:ext cx="6830880" cy="763600"/>
        </a:xfrm>
        <a:prstGeom prst="homePlate">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6726" tIns="121920" rIns="227584" bIns="121920" numCol="1" spcCol="1270" anchor="ctr" anchorCtr="0">
          <a:noAutofit/>
        </a:bodyPr>
        <a:lstStyle/>
        <a:p>
          <a:pPr marL="0" lvl="0" indent="0" algn="ctr" defTabSz="1422400">
            <a:lnSpc>
              <a:spcPct val="90000"/>
            </a:lnSpc>
            <a:spcBef>
              <a:spcPct val="0"/>
            </a:spcBef>
            <a:spcAft>
              <a:spcPct val="35000"/>
            </a:spcAft>
            <a:buNone/>
          </a:pPr>
          <a:r>
            <a:rPr lang="en-IN" sz="3200" b="1" i="1" kern="1200" dirty="0">
              <a:solidFill>
                <a:schemeClr val="accent4"/>
              </a:solidFill>
            </a:rPr>
            <a:t>Who is Nikolai Kardashev?</a:t>
          </a:r>
          <a:endParaRPr lang="en-IN" sz="3200" kern="1200" dirty="0">
            <a:solidFill>
              <a:schemeClr val="accent4"/>
            </a:solidFill>
          </a:endParaRPr>
        </a:p>
      </dsp:txBody>
      <dsp:txXfrm rot="10800000">
        <a:off x="2076197" y="0"/>
        <a:ext cx="6639980" cy="763600"/>
      </dsp:txXfrm>
    </dsp:sp>
    <dsp:sp modelId="{F99D1A94-ADC9-48F8-BA7A-62F7B9315297}">
      <dsp:nvSpPr>
        <dsp:cNvPr id="0" name=""/>
        <dsp:cNvSpPr/>
      </dsp:nvSpPr>
      <dsp:spPr>
        <a:xfrm>
          <a:off x="1529659" y="0"/>
          <a:ext cx="763600" cy="76360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3000" b="-13000"/>
          </a:stretch>
        </a:blipFill>
        <a:ln w="25400" cap="flat" cmpd="sng" algn="ctr">
          <a:solidFill>
            <a:schemeClr val="accent1"/>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C74DE7-8EF4-4A66-809F-2447866DEF37}">
      <dsp:nvSpPr>
        <dsp:cNvPr id="0" name=""/>
        <dsp:cNvSpPr/>
      </dsp:nvSpPr>
      <dsp:spPr>
        <a:xfrm>
          <a:off x="0" y="7990"/>
          <a:ext cx="7120328" cy="1698840"/>
        </a:xfrm>
        <a:prstGeom prst="roundRect">
          <a:avLst/>
        </a:prstGeom>
        <a:solidFill>
          <a:schemeClr val="accent1">
            <a:hueOff val="0"/>
            <a:satOff val="0"/>
            <a:lumOff val="0"/>
            <a:alphaOff val="0"/>
          </a:schemeClr>
        </a:solidFill>
        <a:ln w="25400" cap="flat" cmpd="sng" algn="ctr">
          <a:solidFill>
            <a:schemeClr val="accent5"/>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IN" sz="4400" b="1" i="1" kern="1200" dirty="0">
              <a:solidFill>
                <a:schemeClr val="accent4"/>
              </a:solidFill>
            </a:rPr>
            <a:t>So What is Basically the Kardashev scale ?</a:t>
          </a:r>
          <a:endParaRPr lang="en-IN" sz="4400" kern="1200" dirty="0">
            <a:solidFill>
              <a:schemeClr val="accent4"/>
            </a:solidFill>
          </a:endParaRPr>
        </a:p>
      </dsp:txBody>
      <dsp:txXfrm>
        <a:off x="82931" y="90921"/>
        <a:ext cx="6954466" cy="15329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7D3BE6-E7A7-4D9F-B311-49808126C8FF}">
      <dsp:nvSpPr>
        <dsp:cNvPr id="0" name=""/>
        <dsp:cNvSpPr/>
      </dsp:nvSpPr>
      <dsp:spPr>
        <a:xfrm>
          <a:off x="0" y="1887"/>
          <a:ext cx="10837887" cy="3940523"/>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i="1" kern="1200" dirty="0">
              <a:solidFill>
                <a:schemeClr val="accent4"/>
              </a:solidFill>
            </a:rPr>
            <a:t>The Kardashev scale is a method of measuring a civilization's level of technological advancement based on the amount of energy they are able to use. The measure was proposed by Soviet astronomer Nikolai Kardashev in 1964.[1] The scale has three designated categories:</a:t>
          </a:r>
          <a:br>
            <a:rPr lang="en-IN" sz="2000" b="1" i="1" kern="1200" dirty="0">
              <a:solidFill>
                <a:schemeClr val="accent4"/>
              </a:solidFill>
            </a:rPr>
          </a:br>
          <a:br>
            <a:rPr lang="en-IN" sz="2000" b="1" i="1" kern="1200" dirty="0">
              <a:solidFill>
                <a:schemeClr val="accent4"/>
              </a:solidFill>
            </a:rPr>
          </a:br>
          <a:r>
            <a:rPr lang="en-IN" sz="2000" b="1" i="1" kern="1200" dirty="0">
              <a:solidFill>
                <a:schemeClr val="accent4"/>
              </a:solidFill>
            </a:rPr>
            <a:t>A Type I civilization, also called a planetary civilization—can use and store all of the energy available on its planet.</a:t>
          </a:r>
          <a:br>
            <a:rPr lang="en-IN" sz="2000" b="1" i="1" kern="1200" dirty="0">
              <a:solidFill>
                <a:schemeClr val="accent4"/>
              </a:solidFill>
            </a:rPr>
          </a:br>
          <a:endParaRPr lang="en-IN" sz="2000" b="1" i="1" kern="1200" dirty="0">
            <a:solidFill>
              <a:schemeClr val="accent4"/>
            </a:solidFill>
          </a:endParaRPr>
        </a:p>
        <a:p>
          <a:pPr marL="0" lvl="0" indent="0" algn="l" defTabSz="889000">
            <a:lnSpc>
              <a:spcPct val="90000"/>
            </a:lnSpc>
            <a:spcBef>
              <a:spcPct val="0"/>
            </a:spcBef>
            <a:spcAft>
              <a:spcPct val="35000"/>
            </a:spcAft>
            <a:buNone/>
          </a:pPr>
          <a:r>
            <a:rPr lang="en-IN" sz="2000" b="1" i="1" kern="1200" dirty="0">
              <a:solidFill>
                <a:schemeClr val="accent4"/>
              </a:solidFill>
            </a:rPr>
            <a:t>A Type II civilization, also called a stellar civilization—can use and control energy at the scale of its planetary system.</a:t>
          </a:r>
          <a:br>
            <a:rPr lang="en-IN" sz="2000" b="1" i="1" kern="1200" dirty="0">
              <a:solidFill>
                <a:schemeClr val="accent4"/>
              </a:solidFill>
            </a:rPr>
          </a:br>
          <a:endParaRPr lang="en-IN" sz="2000" b="1" i="1" kern="1200" dirty="0">
            <a:solidFill>
              <a:schemeClr val="accent4"/>
            </a:solidFill>
          </a:endParaRPr>
        </a:p>
        <a:p>
          <a:pPr marL="0" lvl="0" indent="0" algn="l" defTabSz="889000">
            <a:lnSpc>
              <a:spcPct val="90000"/>
            </a:lnSpc>
            <a:spcBef>
              <a:spcPct val="0"/>
            </a:spcBef>
            <a:spcAft>
              <a:spcPct val="35000"/>
            </a:spcAft>
            <a:buNone/>
          </a:pPr>
          <a:r>
            <a:rPr lang="en-IN" sz="2000" b="1" i="1" kern="1200" dirty="0">
              <a:solidFill>
                <a:schemeClr val="accent4"/>
              </a:solidFill>
            </a:rPr>
            <a:t>A Type III civilization, also called a galactic civilization—can control energy at the scale of its entire host galaxy.</a:t>
          </a:r>
          <a:endParaRPr lang="en-IN" sz="2000" kern="1200" dirty="0">
            <a:solidFill>
              <a:schemeClr val="accent4"/>
            </a:solidFill>
          </a:endParaRPr>
        </a:p>
      </dsp:txBody>
      <dsp:txXfrm>
        <a:off x="192360" y="194247"/>
        <a:ext cx="10453167" cy="35558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CD4318-53F2-4BE4-AABF-16BA2713B668}">
      <dsp:nvSpPr>
        <dsp:cNvPr id="0" name=""/>
        <dsp:cNvSpPr/>
      </dsp:nvSpPr>
      <dsp:spPr>
        <a:xfrm>
          <a:off x="1397966" y="0"/>
          <a:ext cx="5041409" cy="1574523"/>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a:lnSpc>
              <a:spcPct val="90000"/>
            </a:lnSpc>
            <a:spcBef>
              <a:spcPct val="0"/>
            </a:spcBef>
            <a:spcAft>
              <a:spcPct val="35000"/>
            </a:spcAft>
            <a:buNone/>
          </a:pPr>
          <a:r>
            <a:rPr lang="en-IN" sz="4100" b="1" i="0" kern="1200" dirty="0">
              <a:solidFill>
                <a:schemeClr val="accent4"/>
              </a:solidFill>
            </a:rPr>
            <a:t>Current status of human civilization</a:t>
          </a:r>
          <a:endParaRPr lang="en-IN" sz="4100" kern="1200" dirty="0">
            <a:solidFill>
              <a:schemeClr val="accent4"/>
            </a:solidFill>
          </a:endParaRPr>
        </a:p>
      </dsp:txBody>
      <dsp:txXfrm>
        <a:off x="1474828" y="76862"/>
        <a:ext cx="4887685" cy="14207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261799-236E-4F08-9711-1B03773B3135}">
      <dsp:nvSpPr>
        <dsp:cNvPr id="0" name=""/>
        <dsp:cNvSpPr/>
      </dsp:nvSpPr>
      <dsp:spPr>
        <a:xfrm>
          <a:off x="0" y="40516"/>
          <a:ext cx="11497454" cy="128934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i="1" kern="1200" dirty="0">
              <a:solidFill>
                <a:schemeClr val="accent4"/>
              </a:solidFill>
            </a:rPr>
            <a:t>At the current time, humanity has not yet reached Type 1 civilization status. Physicist and futurist Michio Kaku suggested that, if humans increase their energy consumption at an average rate of 3 percent each year, they may attain Type I status in 100–200 years, Type II status in a few thousand years, and Type III status in 100,000 to a million years.</a:t>
          </a:r>
          <a:endParaRPr lang="en-IN" sz="1900" kern="1200" dirty="0">
            <a:solidFill>
              <a:schemeClr val="accent4"/>
            </a:solidFill>
          </a:endParaRPr>
        </a:p>
      </dsp:txBody>
      <dsp:txXfrm>
        <a:off x="62940" y="103456"/>
        <a:ext cx="11371574" cy="1163460"/>
      </dsp:txXfrm>
    </dsp:sp>
    <dsp:sp modelId="{B7175AD6-4979-4CDF-8139-841055C33C16}">
      <dsp:nvSpPr>
        <dsp:cNvPr id="0" name=""/>
        <dsp:cNvSpPr/>
      </dsp:nvSpPr>
      <dsp:spPr>
        <a:xfrm>
          <a:off x="0" y="1384576"/>
          <a:ext cx="11497454" cy="1289340"/>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i="1" kern="1200" dirty="0">
              <a:solidFill>
                <a:schemeClr val="accent4"/>
              </a:solidFill>
            </a:rPr>
            <a:t>Where value K is a civilization's Kardashev rating and P is the power it uses, in watts. Using this extrapolation, a "Type 0" civilization, not defined by Kardashev, would control about 1 MW of power, and humanity's civilization type as of 1973 was about 0.7 (apparently using 10 terawatts (TW) as the value for 1970s humanity).</a:t>
          </a:r>
          <a:endParaRPr lang="en-IN" sz="1900" kern="1200" dirty="0">
            <a:solidFill>
              <a:schemeClr val="accent4"/>
            </a:solidFill>
          </a:endParaRPr>
        </a:p>
      </dsp:txBody>
      <dsp:txXfrm>
        <a:off x="62940" y="1447516"/>
        <a:ext cx="11371574" cy="1163460"/>
      </dsp:txXfrm>
    </dsp:sp>
    <dsp:sp modelId="{5CC9DB87-55D9-47CB-AA1D-B6246709BB21}">
      <dsp:nvSpPr>
        <dsp:cNvPr id="0" name=""/>
        <dsp:cNvSpPr/>
      </dsp:nvSpPr>
      <dsp:spPr>
        <a:xfrm>
          <a:off x="0" y="2728636"/>
          <a:ext cx="11497454" cy="1289340"/>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i="1" kern="1200" dirty="0">
              <a:solidFill>
                <a:schemeClr val="accent4"/>
              </a:solidFill>
            </a:rPr>
            <a:t>In 2018, the total world energy consumption was 13864.9 Mtoe (161,249 </a:t>
          </a:r>
          <a:r>
            <a:rPr lang="en-IN" sz="1900" b="1" i="1" kern="1200" dirty="0" err="1">
              <a:solidFill>
                <a:schemeClr val="accent4"/>
              </a:solidFill>
            </a:rPr>
            <a:t>TWh</a:t>
          </a:r>
          <a:r>
            <a:rPr lang="en-IN" sz="1900" b="1" i="1" kern="1200" dirty="0">
              <a:solidFill>
                <a:schemeClr val="accent4"/>
              </a:solidFill>
            </a:rPr>
            <a:t>), equivalent to an average power consumption of 18.40 TW or 0.73 on Sagan's interpolated Kardashev scale.</a:t>
          </a:r>
          <a:endParaRPr lang="en-IN" sz="1900" kern="1200" dirty="0">
            <a:solidFill>
              <a:schemeClr val="accent4"/>
            </a:solidFill>
          </a:endParaRPr>
        </a:p>
      </dsp:txBody>
      <dsp:txXfrm>
        <a:off x="62940" y="2791576"/>
        <a:ext cx="11371574" cy="11634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A7F5A3-3498-4DA2-84BA-BAE4DDFCE688}">
      <dsp:nvSpPr>
        <dsp:cNvPr id="0" name=""/>
        <dsp:cNvSpPr/>
      </dsp:nvSpPr>
      <dsp:spPr>
        <a:xfrm>
          <a:off x="0" y="937"/>
          <a:ext cx="10272000" cy="2247862"/>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i="1" kern="1200" dirty="0">
              <a:solidFill>
                <a:schemeClr val="accent4"/>
              </a:solidFill>
            </a:rPr>
            <a:t>We have reached a turning point in society. According to renowned theoretical physicist Michio Kaku, the next 100 years of science will determine whether we perish or thrive. Will we remain a Type 0 civilization, or will we advance and make our way into the stars?</a:t>
          </a:r>
          <a:endParaRPr lang="en-IN" sz="2000" kern="1200" dirty="0">
            <a:solidFill>
              <a:schemeClr val="accent4"/>
            </a:solidFill>
          </a:endParaRPr>
        </a:p>
      </dsp:txBody>
      <dsp:txXfrm>
        <a:off x="109732" y="110669"/>
        <a:ext cx="10052536" cy="2028398"/>
      </dsp:txXfrm>
    </dsp:sp>
    <dsp:sp modelId="{C446F400-3B10-4291-BCF9-B61EF858A301}">
      <dsp:nvSpPr>
        <dsp:cNvPr id="0" name=""/>
        <dsp:cNvSpPr/>
      </dsp:nvSpPr>
      <dsp:spPr>
        <a:xfrm>
          <a:off x="0" y="2306400"/>
          <a:ext cx="10272000" cy="2247862"/>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i="1" kern="1200" dirty="0">
              <a:solidFill>
                <a:schemeClr val="accent4"/>
              </a:solidFill>
            </a:rPr>
            <a:t>Experts assert that, as a civilization grows larger and becomes more advanced, its energy demands will increase rapidly due to its population growth and the energy requirements of its various machines. With this in mind, the Kardashev scale was developed as a way of measuring a civilization’s technological advancement based upon how much usable energy it has at its disposal (this was originally just tied to energy available for communications, but has since been expanded).</a:t>
          </a:r>
          <a:endParaRPr lang="en-IN" sz="2000" kern="1200" dirty="0">
            <a:solidFill>
              <a:schemeClr val="accent4"/>
            </a:solidFill>
          </a:endParaRPr>
        </a:p>
      </dsp:txBody>
      <dsp:txXfrm>
        <a:off x="109732" y="2416132"/>
        <a:ext cx="10052536" cy="202839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8A6CA7-B53F-4872-9DF7-6BC857985674}">
      <dsp:nvSpPr>
        <dsp:cNvPr id="0" name=""/>
        <dsp:cNvSpPr/>
      </dsp:nvSpPr>
      <dsp:spPr>
        <a:xfrm>
          <a:off x="0" y="0"/>
          <a:ext cx="10272000" cy="74880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i="1" kern="1200" dirty="0">
              <a:solidFill>
                <a:schemeClr val="accent4"/>
              </a:solidFill>
            </a:rPr>
            <a:t>The Kardashev Scale – Type I, II, III</a:t>
          </a:r>
          <a:endParaRPr lang="en-IN" sz="2800" kern="1200" dirty="0">
            <a:solidFill>
              <a:schemeClr val="accent4"/>
            </a:solidFill>
          </a:endParaRPr>
        </a:p>
      </dsp:txBody>
      <dsp:txXfrm>
        <a:off x="36553" y="36553"/>
        <a:ext cx="10198894" cy="67569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36A852-49AB-4B31-854B-42B277A40ACF}">
      <dsp:nvSpPr>
        <dsp:cNvPr id="0" name=""/>
        <dsp:cNvSpPr/>
      </dsp:nvSpPr>
      <dsp:spPr>
        <a:xfrm>
          <a:off x="0" y="279669"/>
          <a:ext cx="10272000" cy="4501353"/>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i="0" kern="1200" dirty="0">
              <a:solidFill>
                <a:schemeClr val="accent4"/>
              </a:solidFill>
            </a:rPr>
            <a:t>Technological level of a civilization that is "close to the level presently attained on Earth, with energy consumption at ≈4×1019 erg/sec" (4×1012 watts). Currently, the civilization of Type I is usually defined as one that can harness all the energy that falls on a planet from its parent star (for Earth–Sun system, this value is close to 1.74×1017 watts), which is about four orders of magnitude higher than the amount presently attained on Earth, with energy consumption at ≈2×1013 watts. The astronomer Guillermo A. Lemarchand stated this as a level near contemporary terrestrial civilization with an energy capability equivalent to the solar insolation on Earth, between 1016 and 1017 watts.</a:t>
          </a:r>
          <a:endParaRPr lang="en-IN" sz="2400" kern="1200" dirty="0">
            <a:solidFill>
              <a:schemeClr val="accent4"/>
            </a:solidFill>
          </a:endParaRPr>
        </a:p>
      </dsp:txBody>
      <dsp:txXfrm>
        <a:off x="219738" y="499407"/>
        <a:ext cx="9832524" cy="406187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73C600-4451-445D-BBA5-1C850F34DDDA}">
      <dsp:nvSpPr>
        <dsp:cNvPr id="0" name=""/>
        <dsp:cNvSpPr/>
      </dsp:nvSpPr>
      <dsp:spPr>
        <a:xfrm>
          <a:off x="2622653" y="0"/>
          <a:ext cx="5026693" cy="1009718"/>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a:lnSpc>
              <a:spcPct val="90000"/>
            </a:lnSpc>
            <a:spcBef>
              <a:spcPct val="0"/>
            </a:spcBef>
            <a:spcAft>
              <a:spcPct val="35000"/>
            </a:spcAft>
            <a:buNone/>
          </a:pPr>
          <a:r>
            <a:rPr lang="en-IN" sz="4100" b="1" i="1" kern="1200" dirty="0">
              <a:solidFill>
                <a:schemeClr val="accent4"/>
              </a:solidFill>
            </a:rPr>
            <a:t>Type 1 Civilization</a:t>
          </a:r>
          <a:endParaRPr lang="en-IN" sz="4100" kern="1200" dirty="0">
            <a:solidFill>
              <a:schemeClr val="accent4"/>
            </a:solidFill>
          </a:endParaRPr>
        </a:p>
      </dsp:txBody>
      <dsp:txXfrm>
        <a:off x="2671943" y="49290"/>
        <a:ext cx="4928113" cy="91113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2CB3F-017E-4674-8A2A-E5DD05090E5A}">
      <dsp:nvSpPr>
        <dsp:cNvPr id="0" name=""/>
        <dsp:cNvSpPr/>
      </dsp:nvSpPr>
      <dsp:spPr>
        <a:xfrm>
          <a:off x="0" y="31199"/>
          <a:ext cx="10272000" cy="4492800"/>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N" sz="3200" b="1" i="0" kern="1200" dirty="0">
              <a:solidFill>
                <a:schemeClr val="accent4"/>
              </a:solidFill>
            </a:rPr>
            <a:t>A civilization capable of harnessing the energy radiated by its own star—for example, the stage of successful construction of a Dyson sphere—with energy consumption at ≈4×1033 erg/sec. Lemarchand stated this as a civilization capable of using and channeling the entire radiation output of its star. The energy use would then be comparable to the luminosity of the Sun, about 4×1033 erg/sec (4×1026 watts).</a:t>
          </a:r>
          <a:endParaRPr lang="en-IN" sz="3200" kern="1200" dirty="0">
            <a:solidFill>
              <a:schemeClr val="accent4"/>
            </a:solidFill>
          </a:endParaRPr>
        </a:p>
      </dsp:txBody>
      <dsp:txXfrm>
        <a:off x="219320" y="250519"/>
        <a:ext cx="9833360" cy="40541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DB907-130C-4CF5-9268-768D15749CA2}">
      <dsp:nvSpPr>
        <dsp:cNvPr id="0" name=""/>
        <dsp:cNvSpPr/>
      </dsp:nvSpPr>
      <dsp:spPr>
        <a:xfrm>
          <a:off x="2907337" y="0"/>
          <a:ext cx="4457324" cy="1229194"/>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IN" sz="3600" b="1" i="0" kern="1200" dirty="0">
              <a:solidFill>
                <a:schemeClr val="accent4"/>
              </a:solidFill>
            </a:rPr>
            <a:t>Type 2 Civilization</a:t>
          </a:r>
          <a:endParaRPr lang="en-IN" sz="3600" kern="1200" dirty="0">
            <a:solidFill>
              <a:schemeClr val="accent4"/>
            </a:solidFill>
          </a:endParaRPr>
        </a:p>
      </dsp:txBody>
      <dsp:txXfrm>
        <a:off x="2967341" y="60004"/>
        <a:ext cx="4337316" cy="110918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67100-2980-45F5-9335-D012EAF33E8E}">
      <dsp:nvSpPr>
        <dsp:cNvPr id="0" name=""/>
        <dsp:cNvSpPr/>
      </dsp:nvSpPr>
      <dsp:spPr>
        <a:xfrm>
          <a:off x="0" y="112659"/>
          <a:ext cx="10272000" cy="4234488"/>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IN" sz="3400" b="1" i="1" kern="1200" dirty="0">
              <a:solidFill>
                <a:schemeClr val="accent4"/>
              </a:solidFill>
            </a:rPr>
            <a:t>A civilization in possession of energy at the scale of its own galaxy, with energy consumption at ≈4×1044 erg/sec. Lemarchand stated this as a civilization with access to the power comparable to the luminosity of the entire Milky Way galaxy, about 4×1044 erg/sec (4×1037 watts).</a:t>
          </a:r>
          <a:endParaRPr lang="en-IN" sz="3400" kern="1200" dirty="0">
            <a:solidFill>
              <a:schemeClr val="accent4"/>
            </a:solidFill>
          </a:endParaRPr>
        </a:p>
      </dsp:txBody>
      <dsp:txXfrm>
        <a:off x="206711" y="319370"/>
        <a:ext cx="9858578" cy="382106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A0135E-3DA1-4878-A122-9D4CD27356B9}">
      <dsp:nvSpPr>
        <dsp:cNvPr id="0" name=""/>
        <dsp:cNvSpPr/>
      </dsp:nvSpPr>
      <dsp:spPr>
        <a:xfrm>
          <a:off x="1636902" y="961"/>
          <a:ext cx="5345537" cy="983178"/>
        </a:xfrm>
        <a:prstGeom prst="roundRect">
          <a:avLst/>
        </a:prstGeom>
        <a:solidFill>
          <a:schemeClr val="accent1">
            <a:hueOff val="0"/>
            <a:satOff val="0"/>
            <a:lumOff val="0"/>
            <a:alphaOff val="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IN" sz="4400" b="1" i="0" kern="1200" dirty="0">
              <a:solidFill>
                <a:schemeClr val="accent4"/>
              </a:solidFill>
            </a:rPr>
            <a:t>Type 3 Civilization</a:t>
          </a:r>
          <a:endParaRPr lang="en-IN" sz="4400" kern="1200" dirty="0">
            <a:solidFill>
              <a:schemeClr val="accent4"/>
            </a:solidFill>
          </a:endParaRPr>
        </a:p>
      </dsp:txBody>
      <dsp:txXfrm>
        <a:off x="1684897" y="48956"/>
        <a:ext cx="5249547" cy="88718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715F8C-2C67-4A70-80B6-FC3059841066}">
      <dsp:nvSpPr>
        <dsp:cNvPr id="0" name=""/>
        <dsp:cNvSpPr/>
      </dsp:nvSpPr>
      <dsp:spPr>
        <a:xfrm>
          <a:off x="0" y="39149"/>
          <a:ext cx="12192000" cy="4934876"/>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b="0" i="1" kern="1200" dirty="0">
              <a:solidFill>
                <a:schemeClr val="accent4"/>
              </a:solidFill>
            </a:rPr>
            <a:t>Antimatter in large quantities would have a mechanism to produce power on a scale several magnitudes above the current level of technology.[citation needed] In antimatter-matter collisions, the entire rest mass of the particles is converted to radiant energy. Their energy density (energy released per mass) is about four orders of magnitude greater than that from using nuclear fission, and about two orders of magnitude greater than the best possible yield from fusion. The reaction of 1 kg of anti-matter with 1 kg of matter would produce 1.8×1017 J (180 petajoules) of energy.</a:t>
          </a:r>
        </a:p>
        <a:p>
          <a:pPr marL="0" lvl="0" indent="0" algn="l" defTabSz="933450">
            <a:lnSpc>
              <a:spcPct val="90000"/>
            </a:lnSpc>
            <a:spcBef>
              <a:spcPct val="0"/>
            </a:spcBef>
            <a:spcAft>
              <a:spcPct val="35000"/>
            </a:spcAft>
            <a:buNone/>
          </a:pPr>
          <a:r>
            <a:rPr lang="en-IN" sz="2100" b="0" i="1" kern="1200" dirty="0">
              <a:solidFill>
                <a:schemeClr val="accent4"/>
              </a:solidFill>
            </a:rPr>
            <a:t> Although antimatter is sometimes proposed as a source of energy, this does not appear feasible. Artificially producing antimatter according to current understanding of the laws of physics—involves first converting energy into mass, which yields no net energy. Artificially created antimatter is only usable as a medium of energy storage, not as an energy source, unless future technological developments (contrary to the conservation of the baryon number, such as a CP violation in favour of antimatter) allow the conversion of ordinary matter into anti-matter. Theoretically, humans may in the future have the capability to cultivate and harvest a number of naturally occurring sources of antimatter.</a:t>
          </a:r>
        </a:p>
      </dsp:txBody>
      <dsp:txXfrm>
        <a:off x="240901" y="280050"/>
        <a:ext cx="11710198" cy="445307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D00926-0B41-49FA-A2FB-B54332D18E68}">
      <dsp:nvSpPr>
        <dsp:cNvPr id="0" name=""/>
        <dsp:cNvSpPr/>
      </dsp:nvSpPr>
      <dsp:spPr>
        <a:xfrm>
          <a:off x="2382806" y="0"/>
          <a:ext cx="5506387" cy="1106565"/>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IN" sz="3300" b="1" i="0" kern="1200" dirty="0">
              <a:solidFill>
                <a:schemeClr val="accent4"/>
              </a:solidFill>
            </a:rPr>
            <a:t>Type I civilization methods</a:t>
          </a:r>
          <a:endParaRPr lang="en-IN" sz="3300" kern="1200" dirty="0">
            <a:solidFill>
              <a:schemeClr val="accent4"/>
            </a:solidFill>
          </a:endParaRPr>
        </a:p>
      </dsp:txBody>
      <dsp:txXfrm>
        <a:off x="2436824" y="54018"/>
        <a:ext cx="5398351" cy="99852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A07CF-6EAD-40CE-852F-F37346CA347C}">
      <dsp:nvSpPr>
        <dsp:cNvPr id="0" name=""/>
        <dsp:cNvSpPr/>
      </dsp:nvSpPr>
      <dsp:spPr>
        <a:xfrm>
          <a:off x="0" y="0"/>
          <a:ext cx="10272000" cy="252720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i="1" kern="1200" dirty="0">
              <a:solidFill>
                <a:schemeClr val="accent4"/>
              </a:solidFill>
            </a:rPr>
            <a:t>Renewable energy through converting sunlight into electricity—either by using solar cells and concentrating solar power or indirectly through biofuel, wind and hydroelectric power. There is no known way for human civilization to use the equivalent of the Earth's total absorbed solar energy without completely coating the surface with human-made structures, which is not feasible with current technology. However, if a civilization constructed very large space-based solar power satellites, Type I power levels might become achievable—these could convert sunlight to microwave power and beam that to collectors on Earth.</a:t>
          </a:r>
        </a:p>
      </dsp:txBody>
      <dsp:txXfrm>
        <a:off x="123368" y="123368"/>
        <a:ext cx="10025264" cy="2280464"/>
      </dsp:txXfrm>
    </dsp:sp>
    <dsp:sp modelId="{535EF769-EC84-45CB-975E-76D28C9F63C2}">
      <dsp:nvSpPr>
        <dsp:cNvPr id="0" name=""/>
        <dsp:cNvSpPr/>
      </dsp:nvSpPr>
      <dsp:spPr>
        <a:xfrm>
          <a:off x="0" y="2884597"/>
          <a:ext cx="10272000" cy="2676759"/>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i="1" kern="1200" dirty="0">
              <a:solidFill>
                <a:schemeClr val="accent4"/>
              </a:solidFill>
            </a:rPr>
            <a:t>Large-scale application of fusion power. According to mass–energy equivalence, Type I implies the conversion of about 2 kg of matter to energy per second. An equivalent energy release could theoretically be achieved by fusing approximately 280 kg of hydrogen into helium per second, a rate roughly equivalent to 8.9×109 kg/year. A cubic km of water contains about 1011 kg of hydrogen, and the Earth's oceans contain about 1.3×109 cubic km of water, meaning that humans on Earth could sustain this rate of consumption over geological time-scales, in terms of available hydrogen.</a:t>
          </a:r>
        </a:p>
      </dsp:txBody>
      <dsp:txXfrm>
        <a:off x="130669" y="3015266"/>
        <a:ext cx="10010662" cy="241542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F27DB-EDA8-4590-8C4A-9040B64EE985}">
      <dsp:nvSpPr>
        <dsp:cNvPr id="0" name=""/>
        <dsp:cNvSpPr/>
      </dsp:nvSpPr>
      <dsp:spPr>
        <a:xfrm>
          <a:off x="0" y="281874"/>
          <a:ext cx="10272000" cy="1349156"/>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i="1" kern="1200" dirty="0">
              <a:solidFill>
                <a:schemeClr val="accent4"/>
              </a:solidFill>
            </a:rPr>
            <a:t>Type II civilizations might use the same techniques employed by a Type I civilization, but applied to a large number of planets in a large number of planetary systems.</a:t>
          </a:r>
        </a:p>
      </dsp:txBody>
      <dsp:txXfrm>
        <a:off x="65860" y="347734"/>
        <a:ext cx="10140280" cy="1217436"/>
      </dsp:txXfrm>
    </dsp:sp>
    <dsp:sp modelId="{D891E8E8-856C-4BD3-8C6F-DFA9F6A57F96}">
      <dsp:nvSpPr>
        <dsp:cNvPr id="0" name=""/>
        <dsp:cNvSpPr/>
      </dsp:nvSpPr>
      <dsp:spPr>
        <a:xfrm>
          <a:off x="0" y="1674383"/>
          <a:ext cx="10272000" cy="1349156"/>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i="1" kern="1200" dirty="0">
              <a:solidFill>
                <a:schemeClr val="accent4"/>
              </a:solidFill>
            </a:rPr>
            <a:t>A Dyson sphere or Dyson swarm and similar constructs are hypothetical megastructures originally described by Freeman Dyson as a system of orbiting solar power satellites meant to enclose a star completely and capture most or all of its energy output.</a:t>
          </a:r>
        </a:p>
      </dsp:txBody>
      <dsp:txXfrm>
        <a:off x="65860" y="1740243"/>
        <a:ext cx="10140280" cy="1217436"/>
      </dsp:txXfrm>
    </dsp:sp>
    <dsp:sp modelId="{2DF87BAB-2933-4AA2-A215-9250293A26FC}">
      <dsp:nvSpPr>
        <dsp:cNvPr id="0" name=""/>
        <dsp:cNvSpPr/>
      </dsp:nvSpPr>
      <dsp:spPr>
        <a:xfrm>
          <a:off x="0" y="3206043"/>
          <a:ext cx="10272000" cy="1349156"/>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i="1" kern="1200" dirty="0">
              <a:solidFill>
                <a:schemeClr val="accent4"/>
              </a:solidFill>
            </a:rPr>
            <a:t>Another means to generate usable energy would be to feed a stellar mass into a black hole, and collect photons emitted by the accretion disc.[16][17] Less exotic would be simply to capture photons already escaping from the accretion disc, reducing a black hole's angular momentum; this is known as the Penrose process.</a:t>
          </a:r>
        </a:p>
      </dsp:txBody>
      <dsp:txXfrm>
        <a:off x="65860" y="3271903"/>
        <a:ext cx="10140280" cy="121743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B207E4-B551-4A39-B7CD-8408B677BCEE}">
      <dsp:nvSpPr>
        <dsp:cNvPr id="0" name=""/>
        <dsp:cNvSpPr/>
      </dsp:nvSpPr>
      <dsp:spPr>
        <a:xfrm>
          <a:off x="3287039" y="0"/>
          <a:ext cx="3697920" cy="1244184"/>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b="1" i="0" kern="1200" dirty="0">
              <a:solidFill>
                <a:schemeClr val="accent4"/>
              </a:solidFill>
            </a:rPr>
            <a:t>Type II civilization methods</a:t>
          </a:r>
          <a:endParaRPr lang="en-IN" sz="2400" kern="1200" dirty="0">
            <a:solidFill>
              <a:schemeClr val="accent4"/>
            </a:solidFill>
          </a:endParaRPr>
        </a:p>
      </dsp:txBody>
      <dsp:txXfrm>
        <a:off x="3347775" y="60736"/>
        <a:ext cx="3576448" cy="11227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E8C760-6A69-4DC7-9325-A3CB2EC93059}">
      <dsp:nvSpPr>
        <dsp:cNvPr id="0" name=""/>
        <dsp:cNvSpPr/>
      </dsp:nvSpPr>
      <dsp:spPr>
        <a:xfrm>
          <a:off x="0" y="67514"/>
          <a:ext cx="10272000" cy="142155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IN" sz="2700" b="0" i="0" kern="1200" dirty="0">
              <a:solidFill>
                <a:schemeClr val="accent4"/>
              </a:solidFill>
            </a:rPr>
            <a:t>Star lifting is a process where an advanced civilization could remove a substantial portion of a star's matter in a controlled manner for other uses.</a:t>
          </a:r>
          <a:endParaRPr lang="en-IN" sz="2700" kern="1200" dirty="0">
            <a:solidFill>
              <a:schemeClr val="accent4"/>
            </a:solidFill>
          </a:endParaRPr>
        </a:p>
      </dsp:txBody>
      <dsp:txXfrm>
        <a:off x="69394" y="136908"/>
        <a:ext cx="10133212" cy="1282762"/>
      </dsp:txXfrm>
    </dsp:sp>
    <dsp:sp modelId="{616071A0-880C-4344-B53C-01D205CBB683}">
      <dsp:nvSpPr>
        <dsp:cNvPr id="0" name=""/>
        <dsp:cNvSpPr/>
      </dsp:nvSpPr>
      <dsp:spPr>
        <a:xfrm>
          <a:off x="0" y="1566824"/>
          <a:ext cx="10272000" cy="142155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IN" sz="2700" b="0" i="0" kern="1200" dirty="0">
              <a:solidFill>
                <a:schemeClr val="accent4"/>
              </a:solidFill>
            </a:rPr>
            <a:t>Antimatter is likely to be produced as an industrial by product of a number of mega scale engineering processes (such as the aforementioned star lifting) and, therefore, could be recycled.</a:t>
          </a:r>
          <a:endParaRPr lang="en-IN" sz="2700" kern="1200" dirty="0">
            <a:solidFill>
              <a:schemeClr val="accent4"/>
            </a:solidFill>
          </a:endParaRPr>
        </a:p>
      </dsp:txBody>
      <dsp:txXfrm>
        <a:off x="69394" y="1636218"/>
        <a:ext cx="10133212" cy="1282762"/>
      </dsp:txXfrm>
    </dsp:sp>
    <dsp:sp modelId="{7044FC0A-BDFE-4639-B31E-CF6E0AC00253}">
      <dsp:nvSpPr>
        <dsp:cNvPr id="0" name=""/>
        <dsp:cNvSpPr/>
      </dsp:nvSpPr>
      <dsp:spPr>
        <a:xfrm>
          <a:off x="0" y="3066135"/>
          <a:ext cx="10272000" cy="142155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IN" sz="2700" b="0" i="0" kern="1200" dirty="0">
              <a:solidFill>
                <a:schemeClr val="accent4"/>
              </a:solidFill>
            </a:rPr>
            <a:t>In multiple-star systems of a sufficiently large number of stars, absorbing a small but significant fraction of the output of each individual star.</a:t>
          </a:r>
          <a:endParaRPr lang="en-IN" sz="2700" kern="1200" dirty="0">
            <a:solidFill>
              <a:schemeClr val="accent4"/>
            </a:solidFill>
          </a:endParaRPr>
        </a:p>
      </dsp:txBody>
      <dsp:txXfrm>
        <a:off x="69394" y="3135529"/>
        <a:ext cx="10133212" cy="128276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4C9D89-B890-44E4-872B-4FE8DFA3AF9B}">
      <dsp:nvSpPr>
        <dsp:cNvPr id="0" name=""/>
        <dsp:cNvSpPr/>
      </dsp:nvSpPr>
      <dsp:spPr>
        <a:xfrm>
          <a:off x="0" y="27329"/>
          <a:ext cx="10272000" cy="84942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0" i="0" kern="1200" dirty="0">
              <a:solidFill>
                <a:schemeClr val="accent4"/>
              </a:solidFill>
            </a:rPr>
            <a:t>Type III civilizations might use the same techniques employed by a Type II civilization, but applied to all possible stars of one or more galaxies individually.</a:t>
          </a:r>
          <a:endParaRPr lang="en-IN" sz="2200" kern="1200" dirty="0">
            <a:solidFill>
              <a:schemeClr val="accent4"/>
            </a:solidFill>
          </a:endParaRPr>
        </a:p>
      </dsp:txBody>
      <dsp:txXfrm>
        <a:off x="41465" y="68794"/>
        <a:ext cx="10189070" cy="766490"/>
      </dsp:txXfrm>
    </dsp:sp>
    <dsp:sp modelId="{D013B8CF-16A9-4D45-B83A-7DA689085783}">
      <dsp:nvSpPr>
        <dsp:cNvPr id="0" name=""/>
        <dsp:cNvSpPr/>
      </dsp:nvSpPr>
      <dsp:spPr>
        <a:xfrm>
          <a:off x="0" y="940109"/>
          <a:ext cx="10272000" cy="84942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0" i="0" kern="1200" dirty="0">
              <a:solidFill>
                <a:schemeClr val="accent4"/>
              </a:solidFill>
            </a:rPr>
            <a:t>They may also be able to tap into the energy released from the supermassive black holes which are believed to exist at the Center of most galaxies.</a:t>
          </a:r>
          <a:endParaRPr lang="en-IN" sz="2200" kern="1200" dirty="0">
            <a:solidFill>
              <a:schemeClr val="accent4"/>
            </a:solidFill>
          </a:endParaRPr>
        </a:p>
      </dsp:txBody>
      <dsp:txXfrm>
        <a:off x="41465" y="981574"/>
        <a:ext cx="10189070" cy="766490"/>
      </dsp:txXfrm>
    </dsp:sp>
    <dsp:sp modelId="{2D29DC6C-5C56-4E1A-90FB-F4935B8A41EE}">
      <dsp:nvSpPr>
        <dsp:cNvPr id="0" name=""/>
        <dsp:cNvSpPr/>
      </dsp:nvSpPr>
      <dsp:spPr>
        <a:xfrm>
          <a:off x="0" y="1852889"/>
          <a:ext cx="10272000" cy="84942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0" i="0" kern="1200" dirty="0">
              <a:solidFill>
                <a:schemeClr val="accent4"/>
              </a:solidFill>
            </a:rPr>
            <a:t>White holes, if they exist, theoretically could provide large amounts of energy from collecting the matter propelling outwards.</a:t>
          </a:r>
          <a:endParaRPr lang="en-IN" sz="2200" kern="1200" dirty="0">
            <a:solidFill>
              <a:schemeClr val="accent4"/>
            </a:solidFill>
          </a:endParaRPr>
        </a:p>
      </dsp:txBody>
      <dsp:txXfrm>
        <a:off x="41465" y="1894354"/>
        <a:ext cx="10189070" cy="766490"/>
      </dsp:txXfrm>
    </dsp:sp>
    <dsp:sp modelId="{097DDA87-9109-4D26-BCB4-94E993B48E23}">
      <dsp:nvSpPr>
        <dsp:cNvPr id="0" name=""/>
        <dsp:cNvSpPr/>
      </dsp:nvSpPr>
      <dsp:spPr>
        <a:xfrm>
          <a:off x="0" y="2765669"/>
          <a:ext cx="10272000" cy="84942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0" i="0" kern="1200" dirty="0">
              <a:solidFill>
                <a:schemeClr val="accent4"/>
              </a:solidFill>
            </a:rPr>
            <a:t>Capturing the energy of gamma-ray bursts is another theoretically possible power source for a highly advanced civilization.</a:t>
          </a:r>
          <a:endParaRPr lang="en-IN" sz="2200" kern="1200" dirty="0">
            <a:solidFill>
              <a:schemeClr val="accent4"/>
            </a:solidFill>
          </a:endParaRPr>
        </a:p>
      </dsp:txBody>
      <dsp:txXfrm>
        <a:off x="41465" y="2807134"/>
        <a:ext cx="10189070" cy="766490"/>
      </dsp:txXfrm>
    </dsp:sp>
    <dsp:sp modelId="{3B86AAA6-654A-4B1B-9207-6C560C227990}">
      <dsp:nvSpPr>
        <dsp:cNvPr id="0" name=""/>
        <dsp:cNvSpPr/>
      </dsp:nvSpPr>
      <dsp:spPr>
        <a:xfrm>
          <a:off x="0" y="3678450"/>
          <a:ext cx="10272000" cy="84942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0" i="0" kern="1200" dirty="0">
              <a:solidFill>
                <a:schemeClr val="accent4"/>
              </a:solidFill>
            </a:rPr>
            <a:t>The emissions from quasars are comparable to those of small active galaxies and could provide a massive power source if collectable.</a:t>
          </a:r>
          <a:endParaRPr lang="en-IN" sz="2200" kern="1200" dirty="0">
            <a:solidFill>
              <a:schemeClr val="accent4"/>
            </a:solidFill>
          </a:endParaRPr>
        </a:p>
      </dsp:txBody>
      <dsp:txXfrm>
        <a:off x="41465" y="3719915"/>
        <a:ext cx="10189070" cy="76649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B605F7-49F0-45C2-B5BC-6A4FF662DA7B}">
      <dsp:nvSpPr>
        <dsp:cNvPr id="0" name=""/>
        <dsp:cNvSpPr/>
      </dsp:nvSpPr>
      <dsp:spPr>
        <a:xfrm>
          <a:off x="2457485" y="0"/>
          <a:ext cx="5356732" cy="76360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IN" sz="3000" b="1" i="0" kern="1200" dirty="0">
              <a:solidFill>
                <a:schemeClr val="accent4"/>
              </a:solidFill>
            </a:rPr>
            <a:t>Type III civilization methods</a:t>
          </a:r>
          <a:endParaRPr lang="en-IN" sz="3000" kern="1200" dirty="0">
            <a:solidFill>
              <a:schemeClr val="accent4"/>
            </a:solidFill>
          </a:endParaRPr>
        </a:p>
      </dsp:txBody>
      <dsp:txXfrm>
        <a:off x="2494761" y="37276"/>
        <a:ext cx="5282180" cy="68904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843AD8-950B-498D-B140-E38EF8B8A356}">
      <dsp:nvSpPr>
        <dsp:cNvPr id="0" name=""/>
        <dsp:cNvSpPr/>
      </dsp:nvSpPr>
      <dsp:spPr>
        <a:xfrm>
          <a:off x="0" y="268665"/>
          <a:ext cx="10272000" cy="1974374"/>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dirty="0">
              <a:solidFill>
                <a:schemeClr val="accent4"/>
              </a:solidFill>
            </a:rPr>
            <a:t>In 2015, a study of galactic mid-infrared emissions came to the conclusion that "Kardashev Type-III civilizations are either very rare or do not exist in the local Universe".</a:t>
          </a:r>
          <a:endParaRPr lang="en-IN" sz="2400" kern="1200" dirty="0">
            <a:solidFill>
              <a:schemeClr val="accent4"/>
            </a:solidFill>
          </a:endParaRPr>
        </a:p>
      </dsp:txBody>
      <dsp:txXfrm>
        <a:off x="96381" y="365046"/>
        <a:ext cx="10079238" cy="1781612"/>
      </dsp:txXfrm>
    </dsp:sp>
    <dsp:sp modelId="{703F1EB3-1271-4E62-A3F2-8C606BF6B127}">
      <dsp:nvSpPr>
        <dsp:cNvPr id="0" name=""/>
        <dsp:cNvSpPr/>
      </dsp:nvSpPr>
      <dsp:spPr>
        <a:xfrm>
          <a:off x="0" y="2312159"/>
          <a:ext cx="10272000" cy="1974374"/>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dirty="0">
              <a:solidFill>
                <a:schemeClr val="accent4"/>
              </a:solidFill>
            </a:rPr>
            <a:t>In 2016, Paul Gilster, author of the Centauri Dreams website, described a signal apparently from the star HD 164595 as requiring the power of a Type I or Type II civilization, if produced by extraterrestrial lifeforms. However, in August 2016 it was discovered that the signal's origin was most likely a military satellite orbiting the Earth.</a:t>
          </a:r>
          <a:endParaRPr lang="en-IN" sz="2400" kern="1200" dirty="0">
            <a:solidFill>
              <a:schemeClr val="accent4"/>
            </a:solidFill>
          </a:endParaRPr>
        </a:p>
      </dsp:txBody>
      <dsp:txXfrm>
        <a:off x="96381" y="2408540"/>
        <a:ext cx="10079238" cy="178161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9B8568-1F82-464A-9940-FEDE29FA7BF1}">
      <dsp:nvSpPr>
        <dsp:cNvPr id="0" name=""/>
        <dsp:cNvSpPr/>
      </dsp:nvSpPr>
      <dsp:spPr>
        <a:xfrm>
          <a:off x="3287039" y="0"/>
          <a:ext cx="3697920" cy="76360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b="1" i="0" kern="1200" dirty="0">
              <a:solidFill>
                <a:schemeClr val="accent4"/>
              </a:solidFill>
            </a:rPr>
            <a:t>Observational evidence</a:t>
          </a:r>
          <a:endParaRPr lang="en-IN" sz="2400" kern="1200" dirty="0">
            <a:solidFill>
              <a:schemeClr val="accent4"/>
            </a:solidFill>
          </a:endParaRPr>
        </a:p>
      </dsp:txBody>
      <dsp:txXfrm>
        <a:off x="3324315" y="37276"/>
        <a:ext cx="3623368" cy="68904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FD3B7-D12B-4938-8068-466A619CA5AB}">
      <dsp:nvSpPr>
        <dsp:cNvPr id="0" name=""/>
        <dsp:cNvSpPr/>
      </dsp:nvSpPr>
      <dsp:spPr>
        <a:xfrm>
          <a:off x="0" y="122084"/>
          <a:ext cx="10272000" cy="3892728"/>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N" sz="2600" b="0" i="0" kern="1200" dirty="0">
              <a:solidFill>
                <a:schemeClr val="accent4"/>
              </a:solidFill>
            </a:rPr>
            <a:t>Type IV civilizations would almost be able to harness the energy content of the entire universe and with that, they could traverse the accelerating expansion of space (furthermore, advance races of these species may live inside supermassive black holes). To previous methods of generating energy, these kinds of feats are considered impossible.</a:t>
          </a:r>
        </a:p>
        <a:p>
          <a:pPr marL="0" lvl="0" indent="0" algn="l" defTabSz="1155700">
            <a:lnSpc>
              <a:spcPct val="90000"/>
            </a:lnSpc>
            <a:spcBef>
              <a:spcPct val="0"/>
            </a:spcBef>
            <a:spcAft>
              <a:spcPct val="35000"/>
            </a:spcAft>
            <a:buNone/>
          </a:pPr>
          <a:r>
            <a:rPr lang="en-IN" sz="2600" b="0" i="0" kern="1200" dirty="0">
              <a:solidFill>
                <a:schemeClr val="accent4"/>
              </a:solidFill>
            </a:rPr>
            <a:t> A Type IV civilization would need to tap into energy sources unknown to us using strange, or currently unknown, laws of physics.</a:t>
          </a:r>
          <a:endParaRPr lang="en-IN" sz="2600" kern="1200" dirty="0">
            <a:solidFill>
              <a:schemeClr val="accent4"/>
            </a:solidFill>
          </a:endParaRPr>
        </a:p>
      </dsp:txBody>
      <dsp:txXfrm>
        <a:off x="190027" y="312111"/>
        <a:ext cx="9891946" cy="351267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03EB01-B7B4-41C1-96C5-587F766AAE03}">
      <dsp:nvSpPr>
        <dsp:cNvPr id="0" name=""/>
        <dsp:cNvSpPr/>
      </dsp:nvSpPr>
      <dsp:spPr>
        <a:xfrm>
          <a:off x="3287039" y="0"/>
          <a:ext cx="3697920" cy="941675"/>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IN" sz="3000" b="1" i="0" kern="1200" dirty="0">
              <a:solidFill>
                <a:schemeClr val="accent4"/>
              </a:solidFill>
            </a:rPr>
            <a:t>Type 4 Civilization</a:t>
          </a:r>
          <a:endParaRPr lang="en-IN" sz="3000" kern="1200" dirty="0">
            <a:solidFill>
              <a:schemeClr val="accent4"/>
            </a:solidFill>
          </a:endParaRPr>
        </a:p>
      </dsp:txBody>
      <dsp:txXfrm>
        <a:off x="3333008" y="45969"/>
        <a:ext cx="3605982" cy="849737"/>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38541-AF10-4AFD-B1AE-5911110787CC}">
      <dsp:nvSpPr>
        <dsp:cNvPr id="0" name=""/>
        <dsp:cNvSpPr/>
      </dsp:nvSpPr>
      <dsp:spPr>
        <a:xfrm>
          <a:off x="0" y="502913"/>
          <a:ext cx="10272000" cy="3094726"/>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IN" sz="3800" b="0" i="0" kern="1200" dirty="0">
              <a:solidFill>
                <a:schemeClr val="accent4"/>
              </a:solidFill>
            </a:rPr>
            <a:t>Type V might just be the next possible advancement to such a civilization. Here beings would be like gods, having the knowledge to manipulate the universe as they please. </a:t>
          </a:r>
          <a:endParaRPr lang="en-IN" sz="3800" kern="1200" dirty="0">
            <a:solidFill>
              <a:schemeClr val="accent4"/>
            </a:solidFill>
          </a:endParaRPr>
        </a:p>
      </dsp:txBody>
      <dsp:txXfrm>
        <a:off x="151072" y="653985"/>
        <a:ext cx="9969856" cy="279258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FDACB-7B68-4985-B430-B321DE195385}">
      <dsp:nvSpPr>
        <dsp:cNvPr id="0" name=""/>
        <dsp:cNvSpPr/>
      </dsp:nvSpPr>
      <dsp:spPr>
        <a:xfrm>
          <a:off x="3286892" y="0"/>
          <a:ext cx="3697920" cy="1004341"/>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IN" sz="3000" b="1" i="0" kern="1200" dirty="0">
              <a:solidFill>
                <a:schemeClr val="accent4"/>
              </a:solidFill>
            </a:rPr>
            <a:t>Type 5 Civilization</a:t>
          </a:r>
          <a:endParaRPr lang="en-IN" sz="3000" kern="1200" dirty="0">
            <a:solidFill>
              <a:schemeClr val="accent4"/>
            </a:solidFill>
          </a:endParaRPr>
        </a:p>
      </dsp:txBody>
      <dsp:txXfrm>
        <a:off x="3335920" y="49028"/>
        <a:ext cx="3599864" cy="906285"/>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04E5B-7AF1-4A72-B06C-C1DFAF89FBE0}">
      <dsp:nvSpPr>
        <dsp:cNvPr id="0" name=""/>
        <dsp:cNvSpPr/>
      </dsp:nvSpPr>
      <dsp:spPr>
        <a:xfrm>
          <a:off x="0" y="844147"/>
          <a:ext cx="10392627" cy="65637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i="1" kern="1200" dirty="0">
              <a:solidFill>
                <a:schemeClr val="accent4"/>
              </a:solidFill>
            </a:rPr>
            <a:t>Type I-minus is capable of manipulating objects over the scale of themselves: building structures, mining, joining and breaking solids;</a:t>
          </a:r>
        </a:p>
      </dsp:txBody>
      <dsp:txXfrm>
        <a:off x="32041" y="876188"/>
        <a:ext cx="10328545" cy="592288"/>
      </dsp:txXfrm>
    </dsp:sp>
    <dsp:sp modelId="{6D84E84A-64C7-4C2D-A7F6-0C0E35C2B879}">
      <dsp:nvSpPr>
        <dsp:cNvPr id="0" name=""/>
        <dsp:cNvSpPr/>
      </dsp:nvSpPr>
      <dsp:spPr>
        <a:xfrm>
          <a:off x="0" y="1549477"/>
          <a:ext cx="10392627" cy="65637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i="1" kern="1200" dirty="0">
              <a:solidFill>
                <a:schemeClr val="accent4"/>
              </a:solidFill>
            </a:rPr>
            <a:t>Type II-minus is capable of manipulating genes and altering the development of living things, transplanting or replacing parts of themselves, reading and engineering their genetic code;</a:t>
          </a:r>
        </a:p>
      </dsp:txBody>
      <dsp:txXfrm>
        <a:off x="32041" y="1581518"/>
        <a:ext cx="10328545" cy="592288"/>
      </dsp:txXfrm>
    </dsp:sp>
    <dsp:sp modelId="{865BEE0B-93A5-45D2-BF47-7A1A5B9D1F11}">
      <dsp:nvSpPr>
        <dsp:cNvPr id="0" name=""/>
        <dsp:cNvSpPr/>
      </dsp:nvSpPr>
      <dsp:spPr>
        <a:xfrm>
          <a:off x="0" y="2254807"/>
          <a:ext cx="10392627" cy="65637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i="1" kern="1200" dirty="0">
              <a:solidFill>
                <a:schemeClr val="accent4"/>
              </a:solidFill>
            </a:rPr>
            <a:t>Type III-minus is capable of manipulating molecules and molecular bonds, creating new materials;</a:t>
          </a:r>
        </a:p>
      </dsp:txBody>
      <dsp:txXfrm>
        <a:off x="32041" y="2286848"/>
        <a:ext cx="10328545" cy="592288"/>
      </dsp:txXfrm>
    </dsp:sp>
    <dsp:sp modelId="{DE96B070-F1FF-4134-86EA-405F3E0BB5E7}">
      <dsp:nvSpPr>
        <dsp:cNvPr id="0" name=""/>
        <dsp:cNvSpPr/>
      </dsp:nvSpPr>
      <dsp:spPr>
        <a:xfrm>
          <a:off x="0" y="2960137"/>
          <a:ext cx="10392627" cy="65637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i="1" kern="1200" dirty="0">
              <a:solidFill>
                <a:schemeClr val="accent4"/>
              </a:solidFill>
            </a:rPr>
            <a:t>Type IV-minus is capable of manipulating individual atoms, creating nanotechnologies on the atomic scale and creating complex forms of artificial life;</a:t>
          </a:r>
        </a:p>
      </dsp:txBody>
      <dsp:txXfrm>
        <a:off x="32041" y="2992178"/>
        <a:ext cx="10328545" cy="592288"/>
      </dsp:txXfrm>
    </dsp:sp>
    <dsp:sp modelId="{C921C4E4-4CD9-4889-8EC9-59855065FF01}">
      <dsp:nvSpPr>
        <dsp:cNvPr id="0" name=""/>
        <dsp:cNvSpPr/>
      </dsp:nvSpPr>
      <dsp:spPr>
        <a:xfrm>
          <a:off x="0" y="3665468"/>
          <a:ext cx="10392627" cy="65637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i="1" kern="1200" dirty="0">
              <a:solidFill>
                <a:schemeClr val="accent4"/>
              </a:solidFill>
            </a:rPr>
            <a:t>Type V-minus is capable of manipulating the atomic nucleus and engineering the nucleons that compose it;</a:t>
          </a:r>
        </a:p>
      </dsp:txBody>
      <dsp:txXfrm>
        <a:off x="32041" y="3697509"/>
        <a:ext cx="10328545" cy="592288"/>
      </dsp:txXfrm>
    </dsp:sp>
    <dsp:sp modelId="{2833BB21-B615-40D0-A238-681CE47E04EE}">
      <dsp:nvSpPr>
        <dsp:cNvPr id="0" name=""/>
        <dsp:cNvSpPr/>
      </dsp:nvSpPr>
      <dsp:spPr>
        <a:xfrm>
          <a:off x="0" y="4370798"/>
          <a:ext cx="10392627" cy="65637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i="1" kern="1200" dirty="0">
              <a:solidFill>
                <a:schemeClr val="accent4"/>
              </a:solidFill>
            </a:rPr>
            <a:t>Type VI-minus is capable of manipulating the most elementary particles of matter (quarks and leptons) to create organized complexity among populations of elementary particles; culminating in:</a:t>
          </a:r>
        </a:p>
      </dsp:txBody>
      <dsp:txXfrm>
        <a:off x="32041" y="4402839"/>
        <a:ext cx="10328545" cy="592288"/>
      </dsp:txXfrm>
    </dsp:sp>
    <dsp:sp modelId="{D91D2090-2218-472D-89CA-BFB1BDB0F336}">
      <dsp:nvSpPr>
        <dsp:cNvPr id="0" name=""/>
        <dsp:cNvSpPr/>
      </dsp:nvSpPr>
      <dsp:spPr>
        <a:xfrm>
          <a:off x="0" y="5076128"/>
          <a:ext cx="10392627" cy="656370"/>
        </a:xfrm>
        <a:prstGeom prst="roundRect">
          <a:avLst/>
        </a:prstGeom>
        <a:solidFill>
          <a:schemeClr val="accent1">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i="1" kern="1200" dirty="0">
              <a:solidFill>
                <a:schemeClr val="accent4"/>
              </a:solidFill>
            </a:rPr>
            <a:t>Type Omega-minus is capable of manipulating the basic structure of space and time.</a:t>
          </a:r>
        </a:p>
      </dsp:txBody>
      <dsp:txXfrm>
        <a:off x="32041" y="5108169"/>
        <a:ext cx="10328545" cy="59228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2.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60000" y="1518867"/>
            <a:ext cx="5872000" cy="3454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9600">
                <a:solidFill>
                  <a:srgbClr val="F3F3F3"/>
                </a:solidFill>
                <a:latin typeface="Anton"/>
                <a:ea typeface="Anton"/>
                <a:cs typeface="Anton"/>
                <a:sym typeface="Anton"/>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0" name="Google Shape;10;p2"/>
          <p:cNvSpPr txBox="1">
            <a:spLocks noGrp="1"/>
          </p:cNvSpPr>
          <p:nvPr>
            <p:ph type="subTitle" idx="1"/>
          </p:nvPr>
        </p:nvSpPr>
        <p:spPr>
          <a:xfrm>
            <a:off x="960000" y="4780100"/>
            <a:ext cx="4513200" cy="579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867">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US"/>
              <a:t>Click to edit Master subtitle style</a:t>
            </a:r>
            <a:endParaRPr/>
          </a:p>
        </p:txBody>
      </p:sp>
    </p:spTree>
    <p:extLst>
      <p:ext uri="{BB962C8B-B14F-4D97-AF65-F5344CB8AC3E}">
        <p14:creationId xmlns:p14="http://schemas.microsoft.com/office/powerpoint/2010/main" val="2791054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6178847" y="1912800"/>
            <a:ext cx="4710400" cy="3032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6400">
                <a:solidFill>
                  <a:srgbClr val="F3F3F3"/>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r>
              <a:rPr lang="en-US"/>
              <a:t>Click to edit Master title style</a:t>
            </a:r>
            <a:endParaRPr/>
          </a:p>
        </p:txBody>
      </p:sp>
    </p:spTree>
    <p:extLst>
      <p:ext uri="{BB962C8B-B14F-4D97-AF65-F5344CB8AC3E}">
        <p14:creationId xmlns:p14="http://schemas.microsoft.com/office/powerpoint/2010/main" val="749543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960000" y="1536633"/>
            <a:ext cx="10272000" cy="4555200"/>
          </a:xfrm>
          <a:prstGeom prst="rect">
            <a:avLst/>
          </a:prstGeom>
          <a:solidFill>
            <a:srgbClr val="FFFFFF">
              <a:alpha val="45090"/>
            </a:srgbClr>
          </a:solidFill>
        </p:spPr>
        <p:txBody>
          <a:bodyPr spcFirstLastPara="1" wrap="square" lIns="91425" tIns="91425" rIns="91425" bIns="91425" anchor="t" anchorCtr="0">
            <a:noAutofit/>
          </a:bodyPr>
          <a:lstStyle>
            <a:lvl1pPr marL="609585" lvl="0" indent="-397923">
              <a:lnSpc>
                <a:spcPct val="100000"/>
              </a:lnSpc>
              <a:spcBef>
                <a:spcPts val="0"/>
              </a:spcBef>
              <a:spcAft>
                <a:spcPts val="0"/>
              </a:spcAft>
              <a:buClr>
                <a:srgbClr val="434343"/>
              </a:buClr>
              <a:buSzPts val="1100"/>
              <a:buAutoNum type="arabicPeriod"/>
              <a:defRPr sz="1733">
                <a:solidFill>
                  <a:srgbClr val="F3F3F3"/>
                </a:solidFill>
              </a:defRPr>
            </a:lvl1pPr>
            <a:lvl2pPr marL="1219170" lvl="1" indent="-397923">
              <a:spcBef>
                <a:spcPts val="2133"/>
              </a:spcBef>
              <a:spcAft>
                <a:spcPts val="0"/>
              </a:spcAft>
              <a:buClr>
                <a:srgbClr val="000000"/>
              </a:buClr>
              <a:buSzPts val="1100"/>
              <a:buAutoNum type="alphaLcPeriod"/>
              <a:defRPr sz="1600"/>
            </a:lvl2pPr>
            <a:lvl3pPr marL="1828754" lvl="2" indent="-397923">
              <a:spcBef>
                <a:spcPts val="2133"/>
              </a:spcBef>
              <a:spcAft>
                <a:spcPts val="0"/>
              </a:spcAft>
              <a:buClr>
                <a:srgbClr val="000000"/>
              </a:buClr>
              <a:buSzPts val="1100"/>
              <a:buAutoNum type="romanLcPeriod"/>
              <a:defRPr sz="1600"/>
            </a:lvl3pPr>
            <a:lvl4pPr marL="2438339" lvl="3" indent="-397923">
              <a:spcBef>
                <a:spcPts val="2133"/>
              </a:spcBef>
              <a:spcAft>
                <a:spcPts val="0"/>
              </a:spcAft>
              <a:buClr>
                <a:srgbClr val="000000"/>
              </a:buClr>
              <a:buSzPts val="1100"/>
              <a:buAutoNum type="arabicPeriod"/>
              <a:defRPr sz="1600"/>
            </a:lvl4pPr>
            <a:lvl5pPr marL="3047924" lvl="4" indent="-397923">
              <a:spcBef>
                <a:spcPts val="2133"/>
              </a:spcBef>
              <a:spcAft>
                <a:spcPts val="0"/>
              </a:spcAft>
              <a:buClr>
                <a:srgbClr val="000000"/>
              </a:buClr>
              <a:buSzPts val="1100"/>
              <a:buAutoNum type="alphaLcPeriod"/>
              <a:defRPr sz="1600"/>
            </a:lvl5pPr>
            <a:lvl6pPr marL="3657509" lvl="5" indent="-397923">
              <a:spcBef>
                <a:spcPts val="2133"/>
              </a:spcBef>
              <a:spcAft>
                <a:spcPts val="0"/>
              </a:spcAft>
              <a:buClr>
                <a:srgbClr val="000000"/>
              </a:buClr>
              <a:buSzPts val="1100"/>
              <a:buAutoNum type="romanLcPeriod"/>
              <a:defRPr sz="1600"/>
            </a:lvl6pPr>
            <a:lvl7pPr marL="4267093" lvl="6" indent="-397923">
              <a:spcBef>
                <a:spcPts val="2133"/>
              </a:spcBef>
              <a:spcAft>
                <a:spcPts val="0"/>
              </a:spcAft>
              <a:buClr>
                <a:srgbClr val="000000"/>
              </a:buClr>
              <a:buSzPts val="1100"/>
              <a:buAutoNum type="arabicPeriod"/>
              <a:defRPr sz="1600"/>
            </a:lvl7pPr>
            <a:lvl8pPr marL="4876678" lvl="7" indent="-397923">
              <a:spcBef>
                <a:spcPts val="2133"/>
              </a:spcBef>
              <a:spcAft>
                <a:spcPts val="0"/>
              </a:spcAft>
              <a:buClr>
                <a:srgbClr val="000000"/>
              </a:buClr>
              <a:buSzPts val="1100"/>
              <a:buAutoNum type="alphaLcPeriod"/>
              <a:defRPr sz="1600"/>
            </a:lvl8pPr>
            <a:lvl9pPr marL="5486263" lvl="8" indent="-397923">
              <a:spcBef>
                <a:spcPts val="2133"/>
              </a:spcBef>
              <a:spcAft>
                <a:spcPts val="2133"/>
              </a:spcAft>
              <a:buClr>
                <a:srgbClr val="000000"/>
              </a:buClr>
              <a:buSzPts val="1100"/>
              <a:buAutoNum type="romanLcPeriod"/>
              <a:defRPr sz="1600"/>
            </a:lvl9pPr>
          </a:lstStyle>
          <a:p>
            <a:pPr lvl="0"/>
            <a:r>
              <a:rPr lang="en-US"/>
              <a:t>Click to edit Master text styles</a:t>
            </a:r>
          </a:p>
        </p:txBody>
      </p:sp>
      <p:sp>
        <p:nvSpPr>
          <p:cNvPr id="15" name="Google Shape;15;p4"/>
          <p:cNvSpPr txBox="1">
            <a:spLocks noGrp="1"/>
          </p:cNvSpPr>
          <p:nvPr>
            <p:ph type="title"/>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4000">
                <a:solidFill>
                  <a:srgbClr val="F3F3F3"/>
                </a:solidFill>
              </a:defRPr>
            </a:lvl1pPr>
            <a:lvl2pPr lvl="1" algn="ctr" rtl="0">
              <a:spcBef>
                <a:spcPts val="0"/>
              </a:spcBef>
              <a:spcAft>
                <a:spcPts val="0"/>
              </a:spcAft>
              <a:buClr>
                <a:srgbClr val="F3F3F3"/>
              </a:buClr>
              <a:buSzPts val="3000"/>
              <a:buNone/>
              <a:defRPr sz="4000">
                <a:solidFill>
                  <a:srgbClr val="F3F3F3"/>
                </a:solidFill>
              </a:defRPr>
            </a:lvl2pPr>
            <a:lvl3pPr lvl="2" algn="ctr" rtl="0">
              <a:spcBef>
                <a:spcPts val="0"/>
              </a:spcBef>
              <a:spcAft>
                <a:spcPts val="0"/>
              </a:spcAft>
              <a:buClr>
                <a:srgbClr val="F3F3F3"/>
              </a:buClr>
              <a:buSzPts val="3000"/>
              <a:buNone/>
              <a:defRPr sz="4000">
                <a:solidFill>
                  <a:srgbClr val="F3F3F3"/>
                </a:solidFill>
              </a:defRPr>
            </a:lvl3pPr>
            <a:lvl4pPr lvl="3" algn="ctr" rtl="0">
              <a:spcBef>
                <a:spcPts val="0"/>
              </a:spcBef>
              <a:spcAft>
                <a:spcPts val="0"/>
              </a:spcAft>
              <a:buClr>
                <a:srgbClr val="F3F3F3"/>
              </a:buClr>
              <a:buSzPts val="3000"/>
              <a:buNone/>
              <a:defRPr sz="4000">
                <a:solidFill>
                  <a:srgbClr val="F3F3F3"/>
                </a:solidFill>
              </a:defRPr>
            </a:lvl4pPr>
            <a:lvl5pPr lvl="4" algn="ctr" rtl="0">
              <a:spcBef>
                <a:spcPts val="0"/>
              </a:spcBef>
              <a:spcAft>
                <a:spcPts val="0"/>
              </a:spcAft>
              <a:buClr>
                <a:srgbClr val="F3F3F3"/>
              </a:buClr>
              <a:buSzPts val="3000"/>
              <a:buNone/>
              <a:defRPr sz="4000">
                <a:solidFill>
                  <a:srgbClr val="F3F3F3"/>
                </a:solidFill>
              </a:defRPr>
            </a:lvl5pPr>
            <a:lvl6pPr lvl="5" algn="ctr" rtl="0">
              <a:spcBef>
                <a:spcPts val="0"/>
              </a:spcBef>
              <a:spcAft>
                <a:spcPts val="0"/>
              </a:spcAft>
              <a:buClr>
                <a:srgbClr val="F3F3F3"/>
              </a:buClr>
              <a:buSzPts val="3000"/>
              <a:buNone/>
              <a:defRPr sz="4000">
                <a:solidFill>
                  <a:srgbClr val="F3F3F3"/>
                </a:solidFill>
              </a:defRPr>
            </a:lvl6pPr>
            <a:lvl7pPr lvl="6" algn="ctr" rtl="0">
              <a:spcBef>
                <a:spcPts val="0"/>
              </a:spcBef>
              <a:spcAft>
                <a:spcPts val="0"/>
              </a:spcAft>
              <a:buClr>
                <a:srgbClr val="F3F3F3"/>
              </a:buClr>
              <a:buSzPts val="3000"/>
              <a:buNone/>
              <a:defRPr sz="4000">
                <a:solidFill>
                  <a:srgbClr val="F3F3F3"/>
                </a:solidFill>
              </a:defRPr>
            </a:lvl7pPr>
            <a:lvl8pPr lvl="7" algn="ctr" rtl="0">
              <a:spcBef>
                <a:spcPts val="0"/>
              </a:spcBef>
              <a:spcAft>
                <a:spcPts val="0"/>
              </a:spcAft>
              <a:buClr>
                <a:srgbClr val="F3F3F3"/>
              </a:buClr>
              <a:buSzPts val="3000"/>
              <a:buNone/>
              <a:defRPr sz="4000">
                <a:solidFill>
                  <a:srgbClr val="F3F3F3"/>
                </a:solidFill>
              </a:defRPr>
            </a:lvl8pPr>
            <a:lvl9pPr lvl="8" algn="ctr" rtl="0">
              <a:spcBef>
                <a:spcPts val="0"/>
              </a:spcBef>
              <a:spcAft>
                <a:spcPts val="0"/>
              </a:spcAft>
              <a:buClr>
                <a:srgbClr val="F3F3F3"/>
              </a:buClr>
              <a:buSzPts val="3000"/>
              <a:buNone/>
              <a:defRPr sz="4000">
                <a:solidFill>
                  <a:srgbClr val="F3F3F3"/>
                </a:solidFill>
              </a:defRPr>
            </a:lvl9pPr>
          </a:lstStyle>
          <a:p>
            <a:r>
              <a:rPr lang="en-US"/>
              <a:t>Click to edit Master title style</a:t>
            </a:r>
            <a:endParaRPr/>
          </a:p>
        </p:txBody>
      </p:sp>
    </p:spTree>
    <p:extLst>
      <p:ext uri="{BB962C8B-B14F-4D97-AF65-F5344CB8AC3E}">
        <p14:creationId xmlns:p14="http://schemas.microsoft.com/office/powerpoint/2010/main" val="4274314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5"/>
          <p:cNvSpPr txBox="1">
            <a:spLocks noGrp="1"/>
          </p:cNvSpPr>
          <p:nvPr>
            <p:ph type="subTitle" idx="1"/>
          </p:nvPr>
        </p:nvSpPr>
        <p:spPr>
          <a:xfrm flipH="1">
            <a:off x="7445513" y="3872667"/>
            <a:ext cx="2268400" cy="59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Anton"/>
              <a:buNone/>
              <a:defRPr sz="2400">
                <a:latin typeface="Anton"/>
                <a:ea typeface="Anton"/>
                <a:cs typeface="Anton"/>
                <a:sym typeface="Anton"/>
              </a:defRPr>
            </a:lvl1pPr>
            <a:lvl2pPr lvl="1" algn="ctr" rtl="0">
              <a:lnSpc>
                <a:spcPct val="100000"/>
              </a:lnSpc>
              <a:spcBef>
                <a:spcPts val="0"/>
              </a:spcBef>
              <a:spcAft>
                <a:spcPts val="0"/>
              </a:spcAft>
              <a:buSzPts val="1400"/>
              <a:buFont typeface="Anton"/>
              <a:buNone/>
              <a:defRPr sz="1867" b="1">
                <a:latin typeface="Anton"/>
                <a:ea typeface="Anton"/>
                <a:cs typeface="Anton"/>
                <a:sym typeface="Anton"/>
              </a:defRPr>
            </a:lvl2pPr>
            <a:lvl3pPr lvl="2" algn="ctr" rtl="0">
              <a:lnSpc>
                <a:spcPct val="100000"/>
              </a:lnSpc>
              <a:spcBef>
                <a:spcPts val="0"/>
              </a:spcBef>
              <a:spcAft>
                <a:spcPts val="0"/>
              </a:spcAft>
              <a:buSzPts val="1400"/>
              <a:buFont typeface="Anton"/>
              <a:buNone/>
              <a:defRPr sz="1867" b="1">
                <a:latin typeface="Anton"/>
                <a:ea typeface="Anton"/>
                <a:cs typeface="Anton"/>
                <a:sym typeface="Anton"/>
              </a:defRPr>
            </a:lvl3pPr>
            <a:lvl4pPr lvl="3" algn="ctr" rtl="0">
              <a:lnSpc>
                <a:spcPct val="100000"/>
              </a:lnSpc>
              <a:spcBef>
                <a:spcPts val="0"/>
              </a:spcBef>
              <a:spcAft>
                <a:spcPts val="0"/>
              </a:spcAft>
              <a:buSzPts val="1400"/>
              <a:buFont typeface="Anton"/>
              <a:buNone/>
              <a:defRPr sz="1867" b="1">
                <a:latin typeface="Anton"/>
                <a:ea typeface="Anton"/>
                <a:cs typeface="Anton"/>
                <a:sym typeface="Anton"/>
              </a:defRPr>
            </a:lvl4pPr>
            <a:lvl5pPr lvl="4" algn="ctr" rtl="0">
              <a:lnSpc>
                <a:spcPct val="100000"/>
              </a:lnSpc>
              <a:spcBef>
                <a:spcPts val="0"/>
              </a:spcBef>
              <a:spcAft>
                <a:spcPts val="0"/>
              </a:spcAft>
              <a:buSzPts val="1400"/>
              <a:buFont typeface="Anton"/>
              <a:buNone/>
              <a:defRPr sz="1867" b="1">
                <a:latin typeface="Anton"/>
                <a:ea typeface="Anton"/>
                <a:cs typeface="Anton"/>
                <a:sym typeface="Anton"/>
              </a:defRPr>
            </a:lvl5pPr>
            <a:lvl6pPr lvl="5" algn="ctr" rtl="0">
              <a:lnSpc>
                <a:spcPct val="100000"/>
              </a:lnSpc>
              <a:spcBef>
                <a:spcPts val="0"/>
              </a:spcBef>
              <a:spcAft>
                <a:spcPts val="0"/>
              </a:spcAft>
              <a:buSzPts val="1400"/>
              <a:buFont typeface="Anton"/>
              <a:buNone/>
              <a:defRPr sz="1867" b="1">
                <a:latin typeface="Anton"/>
                <a:ea typeface="Anton"/>
                <a:cs typeface="Anton"/>
                <a:sym typeface="Anton"/>
              </a:defRPr>
            </a:lvl6pPr>
            <a:lvl7pPr lvl="6" algn="ctr" rtl="0">
              <a:lnSpc>
                <a:spcPct val="100000"/>
              </a:lnSpc>
              <a:spcBef>
                <a:spcPts val="0"/>
              </a:spcBef>
              <a:spcAft>
                <a:spcPts val="0"/>
              </a:spcAft>
              <a:buSzPts val="1400"/>
              <a:buFont typeface="Anton"/>
              <a:buNone/>
              <a:defRPr sz="1867" b="1">
                <a:latin typeface="Anton"/>
                <a:ea typeface="Anton"/>
                <a:cs typeface="Anton"/>
                <a:sym typeface="Anton"/>
              </a:defRPr>
            </a:lvl7pPr>
            <a:lvl8pPr lvl="7" algn="ctr" rtl="0">
              <a:lnSpc>
                <a:spcPct val="100000"/>
              </a:lnSpc>
              <a:spcBef>
                <a:spcPts val="0"/>
              </a:spcBef>
              <a:spcAft>
                <a:spcPts val="0"/>
              </a:spcAft>
              <a:buSzPts val="1400"/>
              <a:buFont typeface="Anton"/>
              <a:buNone/>
              <a:defRPr sz="1867" b="1">
                <a:latin typeface="Anton"/>
                <a:ea typeface="Anton"/>
                <a:cs typeface="Anton"/>
                <a:sym typeface="Anton"/>
              </a:defRPr>
            </a:lvl8pPr>
            <a:lvl9pPr lvl="8" algn="ctr" rtl="0">
              <a:lnSpc>
                <a:spcPct val="100000"/>
              </a:lnSpc>
              <a:spcBef>
                <a:spcPts val="0"/>
              </a:spcBef>
              <a:spcAft>
                <a:spcPts val="0"/>
              </a:spcAft>
              <a:buSzPts val="1400"/>
              <a:buFont typeface="Anton"/>
              <a:buNone/>
              <a:defRPr sz="1867" b="1">
                <a:latin typeface="Anton"/>
                <a:ea typeface="Anton"/>
                <a:cs typeface="Anton"/>
                <a:sym typeface="Anton"/>
              </a:defRPr>
            </a:lvl9pPr>
          </a:lstStyle>
          <a:p>
            <a:r>
              <a:rPr lang="en-US"/>
              <a:t>Click to edit Master subtitle style</a:t>
            </a:r>
            <a:endParaRPr/>
          </a:p>
        </p:txBody>
      </p:sp>
      <p:sp>
        <p:nvSpPr>
          <p:cNvPr id="18" name="Google Shape;18;p5"/>
          <p:cNvSpPr txBox="1">
            <a:spLocks noGrp="1"/>
          </p:cNvSpPr>
          <p:nvPr>
            <p:ph type="subTitle" idx="2"/>
          </p:nvPr>
        </p:nvSpPr>
        <p:spPr>
          <a:xfrm flipH="1">
            <a:off x="6772400" y="4306033"/>
            <a:ext cx="3614800" cy="98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Josefin Slab"/>
              <a:buNone/>
              <a:defRPr sz="1867"/>
            </a:lvl1pPr>
            <a:lvl2pPr lvl="1"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2pPr>
            <a:lvl3pPr lvl="2"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3pPr>
            <a:lvl4pPr lvl="3"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4pPr>
            <a:lvl5pPr lvl="4"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5pPr>
            <a:lvl6pPr lvl="5"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6pPr>
            <a:lvl7pPr lvl="6"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7pPr>
            <a:lvl8pPr lvl="7"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8pPr>
            <a:lvl9pPr lvl="8"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9pPr>
          </a:lstStyle>
          <a:p>
            <a:r>
              <a:rPr lang="en-US"/>
              <a:t>Click to edit Master subtitle style</a:t>
            </a:r>
            <a:endParaRPr/>
          </a:p>
        </p:txBody>
      </p:sp>
      <p:sp>
        <p:nvSpPr>
          <p:cNvPr id="19" name="Google Shape;19;p5"/>
          <p:cNvSpPr txBox="1">
            <a:spLocks noGrp="1"/>
          </p:cNvSpPr>
          <p:nvPr>
            <p:ph type="subTitle" idx="3"/>
          </p:nvPr>
        </p:nvSpPr>
        <p:spPr>
          <a:xfrm flipH="1">
            <a:off x="2478180" y="3872667"/>
            <a:ext cx="2268400" cy="59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Anton"/>
              <a:buNone/>
              <a:defRPr sz="2400">
                <a:latin typeface="Anton"/>
                <a:ea typeface="Anton"/>
                <a:cs typeface="Anton"/>
                <a:sym typeface="Anton"/>
              </a:defRPr>
            </a:lvl1pPr>
            <a:lvl2pPr lvl="1" algn="ctr" rtl="0">
              <a:lnSpc>
                <a:spcPct val="100000"/>
              </a:lnSpc>
              <a:spcBef>
                <a:spcPts val="0"/>
              </a:spcBef>
              <a:spcAft>
                <a:spcPts val="0"/>
              </a:spcAft>
              <a:buSzPts val="1400"/>
              <a:buFont typeface="Anton"/>
              <a:buNone/>
              <a:defRPr sz="1867" b="1">
                <a:latin typeface="Anton"/>
                <a:ea typeface="Anton"/>
                <a:cs typeface="Anton"/>
                <a:sym typeface="Anton"/>
              </a:defRPr>
            </a:lvl2pPr>
            <a:lvl3pPr lvl="2" algn="ctr" rtl="0">
              <a:lnSpc>
                <a:spcPct val="100000"/>
              </a:lnSpc>
              <a:spcBef>
                <a:spcPts val="0"/>
              </a:spcBef>
              <a:spcAft>
                <a:spcPts val="0"/>
              </a:spcAft>
              <a:buSzPts val="1400"/>
              <a:buFont typeface="Anton"/>
              <a:buNone/>
              <a:defRPr sz="1867" b="1">
                <a:latin typeface="Anton"/>
                <a:ea typeface="Anton"/>
                <a:cs typeface="Anton"/>
                <a:sym typeface="Anton"/>
              </a:defRPr>
            </a:lvl3pPr>
            <a:lvl4pPr lvl="3" algn="ctr" rtl="0">
              <a:lnSpc>
                <a:spcPct val="100000"/>
              </a:lnSpc>
              <a:spcBef>
                <a:spcPts val="0"/>
              </a:spcBef>
              <a:spcAft>
                <a:spcPts val="0"/>
              </a:spcAft>
              <a:buSzPts val="1400"/>
              <a:buFont typeface="Anton"/>
              <a:buNone/>
              <a:defRPr sz="1867" b="1">
                <a:latin typeface="Anton"/>
                <a:ea typeface="Anton"/>
                <a:cs typeface="Anton"/>
                <a:sym typeface="Anton"/>
              </a:defRPr>
            </a:lvl4pPr>
            <a:lvl5pPr lvl="4" algn="ctr" rtl="0">
              <a:lnSpc>
                <a:spcPct val="100000"/>
              </a:lnSpc>
              <a:spcBef>
                <a:spcPts val="0"/>
              </a:spcBef>
              <a:spcAft>
                <a:spcPts val="0"/>
              </a:spcAft>
              <a:buSzPts val="1400"/>
              <a:buFont typeface="Anton"/>
              <a:buNone/>
              <a:defRPr sz="1867" b="1">
                <a:latin typeface="Anton"/>
                <a:ea typeface="Anton"/>
                <a:cs typeface="Anton"/>
                <a:sym typeface="Anton"/>
              </a:defRPr>
            </a:lvl5pPr>
            <a:lvl6pPr lvl="5" algn="ctr" rtl="0">
              <a:lnSpc>
                <a:spcPct val="100000"/>
              </a:lnSpc>
              <a:spcBef>
                <a:spcPts val="0"/>
              </a:spcBef>
              <a:spcAft>
                <a:spcPts val="0"/>
              </a:spcAft>
              <a:buSzPts val="1400"/>
              <a:buFont typeface="Anton"/>
              <a:buNone/>
              <a:defRPr sz="1867" b="1">
                <a:latin typeface="Anton"/>
                <a:ea typeface="Anton"/>
                <a:cs typeface="Anton"/>
                <a:sym typeface="Anton"/>
              </a:defRPr>
            </a:lvl6pPr>
            <a:lvl7pPr lvl="6" algn="ctr" rtl="0">
              <a:lnSpc>
                <a:spcPct val="100000"/>
              </a:lnSpc>
              <a:spcBef>
                <a:spcPts val="0"/>
              </a:spcBef>
              <a:spcAft>
                <a:spcPts val="0"/>
              </a:spcAft>
              <a:buSzPts val="1400"/>
              <a:buFont typeface="Anton"/>
              <a:buNone/>
              <a:defRPr sz="1867" b="1">
                <a:latin typeface="Anton"/>
                <a:ea typeface="Anton"/>
                <a:cs typeface="Anton"/>
                <a:sym typeface="Anton"/>
              </a:defRPr>
            </a:lvl7pPr>
            <a:lvl8pPr lvl="7" algn="ctr" rtl="0">
              <a:lnSpc>
                <a:spcPct val="100000"/>
              </a:lnSpc>
              <a:spcBef>
                <a:spcPts val="0"/>
              </a:spcBef>
              <a:spcAft>
                <a:spcPts val="0"/>
              </a:spcAft>
              <a:buSzPts val="1400"/>
              <a:buFont typeface="Anton"/>
              <a:buNone/>
              <a:defRPr sz="1867" b="1">
                <a:latin typeface="Anton"/>
                <a:ea typeface="Anton"/>
                <a:cs typeface="Anton"/>
                <a:sym typeface="Anton"/>
              </a:defRPr>
            </a:lvl8pPr>
            <a:lvl9pPr lvl="8" algn="ctr" rtl="0">
              <a:lnSpc>
                <a:spcPct val="100000"/>
              </a:lnSpc>
              <a:spcBef>
                <a:spcPts val="0"/>
              </a:spcBef>
              <a:spcAft>
                <a:spcPts val="0"/>
              </a:spcAft>
              <a:buSzPts val="1400"/>
              <a:buFont typeface="Anton"/>
              <a:buNone/>
              <a:defRPr sz="1867" b="1">
                <a:latin typeface="Anton"/>
                <a:ea typeface="Anton"/>
                <a:cs typeface="Anton"/>
                <a:sym typeface="Anton"/>
              </a:defRPr>
            </a:lvl9pPr>
          </a:lstStyle>
          <a:p>
            <a:r>
              <a:rPr lang="en-US"/>
              <a:t>Click to edit Master subtitle style</a:t>
            </a:r>
            <a:endParaRPr/>
          </a:p>
        </p:txBody>
      </p:sp>
      <p:sp>
        <p:nvSpPr>
          <p:cNvPr id="20" name="Google Shape;20;p5"/>
          <p:cNvSpPr txBox="1">
            <a:spLocks noGrp="1"/>
          </p:cNvSpPr>
          <p:nvPr>
            <p:ph type="subTitle" idx="4"/>
          </p:nvPr>
        </p:nvSpPr>
        <p:spPr>
          <a:xfrm flipH="1">
            <a:off x="1805067" y="4306033"/>
            <a:ext cx="3614800" cy="98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Josefin Slab"/>
              <a:buNone/>
              <a:defRPr sz="1867"/>
            </a:lvl1pPr>
            <a:lvl2pPr lvl="1"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2pPr>
            <a:lvl3pPr lvl="2"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3pPr>
            <a:lvl4pPr lvl="3"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4pPr>
            <a:lvl5pPr lvl="4"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5pPr>
            <a:lvl6pPr lvl="5"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6pPr>
            <a:lvl7pPr lvl="6"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7pPr>
            <a:lvl8pPr lvl="7"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8pPr>
            <a:lvl9pPr lvl="8"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9pPr>
          </a:lstStyle>
          <a:p>
            <a:r>
              <a:rPr lang="en-US"/>
              <a:t>Click to edit Master subtitle style</a:t>
            </a:r>
            <a:endParaRPr/>
          </a:p>
        </p:txBody>
      </p:sp>
      <p:sp>
        <p:nvSpPr>
          <p:cNvPr id="21" name="Google Shape;21;p5"/>
          <p:cNvSpPr txBox="1">
            <a:spLocks noGrp="1"/>
          </p:cNvSpPr>
          <p:nvPr>
            <p:ph type="title"/>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4000">
                <a:solidFill>
                  <a:srgbClr val="F3F3F3"/>
                </a:solidFill>
              </a:defRPr>
            </a:lvl1pPr>
            <a:lvl2pPr lvl="1" algn="ctr" rtl="0">
              <a:spcBef>
                <a:spcPts val="0"/>
              </a:spcBef>
              <a:spcAft>
                <a:spcPts val="0"/>
              </a:spcAft>
              <a:buClr>
                <a:srgbClr val="F3F3F3"/>
              </a:buClr>
              <a:buSzPts val="3000"/>
              <a:buNone/>
              <a:defRPr sz="4000">
                <a:solidFill>
                  <a:srgbClr val="F3F3F3"/>
                </a:solidFill>
              </a:defRPr>
            </a:lvl2pPr>
            <a:lvl3pPr lvl="2" algn="ctr" rtl="0">
              <a:spcBef>
                <a:spcPts val="0"/>
              </a:spcBef>
              <a:spcAft>
                <a:spcPts val="0"/>
              </a:spcAft>
              <a:buClr>
                <a:srgbClr val="F3F3F3"/>
              </a:buClr>
              <a:buSzPts val="3000"/>
              <a:buNone/>
              <a:defRPr sz="4000">
                <a:solidFill>
                  <a:srgbClr val="F3F3F3"/>
                </a:solidFill>
              </a:defRPr>
            </a:lvl3pPr>
            <a:lvl4pPr lvl="3" algn="ctr" rtl="0">
              <a:spcBef>
                <a:spcPts val="0"/>
              </a:spcBef>
              <a:spcAft>
                <a:spcPts val="0"/>
              </a:spcAft>
              <a:buClr>
                <a:srgbClr val="F3F3F3"/>
              </a:buClr>
              <a:buSzPts val="3000"/>
              <a:buNone/>
              <a:defRPr sz="4000">
                <a:solidFill>
                  <a:srgbClr val="F3F3F3"/>
                </a:solidFill>
              </a:defRPr>
            </a:lvl4pPr>
            <a:lvl5pPr lvl="4" algn="ctr" rtl="0">
              <a:spcBef>
                <a:spcPts val="0"/>
              </a:spcBef>
              <a:spcAft>
                <a:spcPts val="0"/>
              </a:spcAft>
              <a:buClr>
                <a:srgbClr val="F3F3F3"/>
              </a:buClr>
              <a:buSzPts val="3000"/>
              <a:buNone/>
              <a:defRPr sz="4000">
                <a:solidFill>
                  <a:srgbClr val="F3F3F3"/>
                </a:solidFill>
              </a:defRPr>
            </a:lvl5pPr>
            <a:lvl6pPr lvl="5" algn="ctr" rtl="0">
              <a:spcBef>
                <a:spcPts val="0"/>
              </a:spcBef>
              <a:spcAft>
                <a:spcPts val="0"/>
              </a:spcAft>
              <a:buClr>
                <a:srgbClr val="F3F3F3"/>
              </a:buClr>
              <a:buSzPts val="3000"/>
              <a:buNone/>
              <a:defRPr sz="4000">
                <a:solidFill>
                  <a:srgbClr val="F3F3F3"/>
                </a:solidFill>
              </a:defRPr>
            </a:lvl6pPr>
            <a:lvl7pPr lvl="6" algn="ctr" rtl="0">
              <a:spcBef>
                <a:spcPts val="0"/>
              </a:spcBef>
              <a:spcAft>
                <a:spcPts val="0"/>
              </a:spcAft>
              <a:buClr>
                <a:srgbClr val="F3F3F3"/>
              </a:buClr>
              <a:buSzPts val="3000"/>
              <a:buNone/>
              <a:defRPr sz="4000">
                <a:solidFill>
                  <a:srgbClr val="F3F3F3"/>
                </a:solidFill>
              </a:defRPr>
            </a:lvl7pPr>
            <a:lvl8pPr lvl="7" algn="ctr" rtl="0">
              <a:spcBef>
                <a:spcPts val="0"/>
              </a:spcBef>
              <a:spcAft>
                <a:spcPts val="0"/>
              </a:spcAft>
              <a:buClr>
                <a:srgbClr val="F3F3F3"/>
              </a:buClr>
              <a:buSzPts val="3000"/>
              <a:buNone/>
              <a:defRPr sz="4000">
                <a:solidFill>
                  <a:srgbClr val="F3F3F3"/>
                </a:solidFill>
              </a:defRPr>
            </a:lvl8pPr>
            <a:lvl9pPr lvl="8" algn="ctr" rtl="0">
              <a:spcBef>
                <a:spcPts val="0"/>
              </a:spcBef>
              <a:spcAft>
                <a:spcPts val="0"/>
              </a:spcAft>
              <a:buClr>
                <a:srgbClr val="F3F3F3"/>
              </a:buClr>
              <a:buSzPts val="3000"/>
              <a:buNone/>
              <a:defRPr sz="4000">
                <a:solidFill>
                  <a:srgbClr val="F3F3F3"/>
                </a:solidFill>
              </a:defRPr>
            </a:lvl9pPr>
          </a:lstStyle>
          <a:p>
            <a:r>
              <a:rPr lang="en-US"/>
              <a:t>Click to edit Master title style</a:t>
            </a:r>
            <a:endParaRPr/>
          </a:p>
        </p:txBody>
      </p:sp>
    </p:spTree>
    <p:extLst>
      <p:ext uri="{BB962C8B-B14F-4D97-AF65-F5344CB8AC3E}">
        <p14:creationId xmlns:p14="http://schemas.microsoft.com/office/powerpoint/2010/main" val="2736131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4000">
                <a:solidFill>
                  <a:srgbClr val="F3F3F3"/>
                </a:solidFill>
              </a:defRPr>
            </a:lvl1pPr>
            <a:lvl2pPr lvl="1" algn="ctr" rtl="0">
              <a:spcBef>
                <a:spcPts val="0"/>
              </a:spcBef>
              <a:spcAft>
                <a:spcPts val="0"/>
              </a:spcAft>
              <a:buClr>
                <a:srgbClr val="F3F3F3"/>
              </a:buClr>
              <a:buSzPts val="3000"/>
              <a:buNone/>
              <a:defRPr sz="4000">
                <a:solidFill>
                  <a:srgbClr val="F3F3F3"/>
                </a:solidFill>
              </a:defRPr>
            </a:lvl2pPr>
            <a:lvl3pPr lvl="2" algn="ctr" rtl="0">
              <a:spcBef>
                <a:spcPts val="0"/>
              </a:spcBef>
              <a:spcAft>
                <a:spcPts val="0"/>
              </a:spcAft>
              <a:buClr>
                <a:srgbClr val="F3F3F3"/>
              </a:buClr>
              <a:buSzPts val="3000"/>
              <a:buNone/>
              <a:defRPr sz="4000">
                <a:solidFill>
                  <a:srgbClr val="F3F3F3"/>
                </a:solidFill>
              </a:defRPr>
            </a:lvl3pPr>
            <a:lvl4pPr lvl="3" algn="ctr" rtl="0">
              <a:spcBef>
                <a:spcPts val="0"/>
              </a:spcBef>
              <a:spcAft>
                <a:spcPts val="0"/>
              </a:spcAft>
              <a:buClr>
                <a:srgbClr val="F3F3F3"/>
              </a:buClr>
              <a:buSzPts val="3000"/>
              <a:buNone/>
              <a:defRPr sz="4000">
                <a:solidFill>
                  <a:srgbClr val="F3F3F3"/>
                </a:solidFill>
              </a:defRPr>
            </a:lvl4pPr>
            <a:lvl5pPr lvl="4" algn="ctr" rtl="0">
              <a:spcBef>
                <a:spcPts val="0"/>
              </a:spcBef>
              <a:spcAft>
                <a:spcPts val="0"/>
              </a:spcAft>
              <a:buClr>
                <a:srgbClr val="F3F3F3"/>
              </a:buClr>
              <a:buSzPts val="3000"/>
              <a:buNone/>
              <a:defRPr sz="4000">
                <a:solidFill>
                  <a:srgbClr val="F3F3F3"/>
                </a:solidFill>
              </a:defRPr>
            </a:lvl5pPr>
            <a:lvl6pPr lvl="5" algn="ctr" rtl="0">
              <a:spcBef>
                <a:spcPts val="0"/>
              </a:spcBef>
              <a:spcAft>
                <a:spcPts val="0"/>
              </a:spcAft>
              <a:buClr>
                <a:srgbClr val="F3F3F3"/>
              </a:buClr>
              <a:buSzPts val="3000"/>
              <a:buNone/>
              <a:defRPr sz="4000">
                <a:solidFill>
                  <a:srgbClr val="F3F3F3"/>
                </a:solidFill>
              </a:defRPr>
            </a:lvl6pPr>
            <a:lvl7pPr lvl="6" algn="ctr" rtl="0">
              <a:spcBef>
                <a:spcPts val="0"/>
              </a:spcBef>
              <a:spcAft>
                <a:spcPts val="0"/>
              </a:spcAft>
              <a:buClr>
                <a:srgbClr val="F3F3F3"/>
              </a:buClr>
              <a:buSzPts val="3000"/>
              <a:buNone/>
              <a:defRPr sz="4000">
                <a:solidFill>
                  <a:srgbClr val="F3F3F3"/>
                </a:solidFill>
              </a:defRPr>
            </a:lvl7pPr>
            <a:lvl8pPr lvl="7" algn="ctr" rtl="0">
              <a:spcBef>
                <a:spcPts val="0"/>
              </a:spcBef>
              <a:spcAft>
                <a:spcPts val="0"/>
              </a:spcAft>
              <a:buClr>
                <a:srgbClr val="F3F3F3"/>
              </a:buClr>
              <a:buSzPts val="3000"/>
              <a:buNone/>
              <a:defRPr sz="4000">
                <a:solidFill>
                  <a:srgbClr val="F3F3F3"/>
                </a:solidFill>
              </a:defRPr>
            </a:lvl8pPr>
            <a:lvl9pPr lvl="8" algn="ctr" rtl="0">
              <a:spcBef>
                <a:spcPts val="0"/>
              </a:spcBef>
              <a:spcAft>
                <a:spcPts val="0"/>
              </a:spcAft>
              <a:buClr>
                <a:srgbClr val="F3F3F3"/>
              </a:buClr>
              <a:buSzPts val="3000"/>
              <a:buNone/>
              <a:defRPr sz="4000">
                <a:solidFill>
                  <a:srgbClr val="F3F3F3"/>
                </a:solidFill>
              </a:defRPr>
            </a:lvl9pPr>
          </a:lstStyle>
          <a:p>
            <a:r>
              <a:rPr lang="en-US"/>
              <a:t>Click to edit Master title style</a:t>
            </a:r>
            <a:endParaRPr/>
          </a:p>
        </p:txBody>
      </p:sp>
    </p:spTree>
    <p:extLst>
      <p:ext uri="{BB962C8B-B14F-4D97-AF65-F5344CB8AC3E}">
        <p14:creationId xmlns:p14="http://schemas.microsoft.com/office/powerpoint/2010/main" val="2122807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4000">
                <a:solidFill>
                  <a:srgbClr val="F3F3F3"/>
                </a:solidFill>
              </a:defRPr>
            </a:lvl1pPr>
            <a:lvl2pPr lvl="1" algn="ctr" rtl="0">
              <a:spcBef>
                <a:spcPts val="0"/>
              </a:spcBef>
              <a:spcAft>
                <a:spcPts val="0"/>
              </a:spcAft>
              <a:buClr>
                <a:srgbClr val="F3F3F3"/>
              </a:buClr>
              <a:buSzPts val="3000"/>
              <a:buNone/>
              <a:defRPr sz="4000">
                <a:solidFill>
                  <a:srgbClr val="F3F3F3"/>
                </a:solidFill>
              </a:defRPr>
            </a:lvl2pPr>
            <a:lvl3pPr lvl="2" algn="ctr" rtl="0">
              <a:spcBef>
                <a:spcPts val="0"/>
              </a:spcBef>
              <a:spcAft>
                <a:spcPts val="0"/>
              </a:spcAft>
              <a:buClr>
                <a:srgbClr val="F3F3F3"/>
              </a:buClr>
              <a:buSzPts val="3000"/>
              <a:buNone/>
              <a:defRPr sz="4000">
                <a:solidFill>
                  <a:srgbClr val="F3F3F3"/>
                </a:solidFill>
              </a:defRPr>
            </a:lvl3pPr>
            <a:lvl4pPr lvl="3" algn="ctr" rtl="0">
              <a:spcBef>
                <a:spcPts val="0"/>
              </a:spcBef>
              <a:spcAft>
                <a:spcPts val="0"/>
              </a:spcAft>
              <a:buClr>
                <a:srgbClr val="F3F3F3"/>
              </a:buClr>
              <a:buSzPts val="3000"/>
              <a:buNone/>
              <a:defRPr sz="4000">
                <a:solidFill>
                  <a:srgbClr val="F3F3F3"/>
                </a:solidFill>
              </a:defRPr>
            </a:lvl4pPr>
            <a:lvl5pPr lvl="4" algn="ctr" rtl="0">
              <a:spcBef>
                <a:spcPts val="0"/>
              </a:spcBef>
              <a:spcAft>
                <a:spcPts val="0"/>
              </a:spcAft>
              <a:buClr>
                <a:srgbClr val="F3F3F3"/>
              </a:buClr>
              <a:buSzPts val="3000"/>
              <a:buNone/>
              <a:defRPr sz="4000">
                <a:solidFill>
                  <a:srgbClr val="F3F3F3"/>
                </a:solidFill>
              </a:defRPr>
            </a:lvl5pPr>
            <a:lvl6pPr lvl="5" algn="ctr" rtl="0">
              <a:spcBef>
                <a:spcPts val="0"/>
              </a:spcBef>
              <a:spcAft>
                <a:spcPts val="0"/>
              </a:spcAft>
              <a:buClr>
                <a:srgbClr val="F3F3F3"/>
              </a:buClr>
              <a:buSzPts val="3000"/>
              <a:buNone/>
              <a:defRPr sz="4000">
                <a:solidFill>
                  <a:srgbClr val="F3F3F3"/>
                </a:solidFill>
              </a:defRPr>
            </a:lvl6pPr>
            <a:lvl7pPr lvl="6" algn="ctr" rtl="0">
              <a:spcBef>
                <a:spcPts val="0"/>
              </a:spcBef>
              <a:spcAft>
                <a:spcPts val="0"/>
              </a:spcAft>
              <a:buClr>
                <a:srgbClr val="F3F3F3"/>
              </a:buClr>
              <a:buSzPts val="3000"/>
              <a:buNone/>
              <a:defRPr sz="4000">
                <a:solidFill>
                  <a:srgbClr val="F3F3F3"/>
                </a:solidFill>
              </a:defRPr>
            </a:lvl7pPr>
            <a:lvl8pPr lvl="7" algn="ctr" rtl="0">
              <a:spcBef>
                <a:spcPts val="0"/>
              </a:spcBef>
              <a:spcAft>
                <a:spcPts val="0"/>
              </a:spcAft>
              <a:buClr>
                <a:srgbClr val="F3F3F3"/>
              </a:buClr>
              <a:buSzPts val="3000"/>
              <a:buNone/>
              <a:defRPr sz="4000">
                <a:solidFill>
                  <a:srgbClr val="F3F3F3"/>
                </a:solidFill>
              </a:defRPr>
            </a:lvl8pPr>
            <a:lvl9pPr lvl="8" algn="ctr" rtl="0">
              <a:spcBef>
                <a:spcPts val="0"/>
              </a:spcBef>
              <a:spcAft>
                <a:spcPts val="0"/>
              </a:spcAft>
              <a:buClr>
                <a:srgbClr val="F3F3F3"/>
              </a:buClr>
              <a:buSzPts val="3000"/>
              <a:buNone/>
              <a:defRPr sz="4000">
                <a:solidFill>
                  <a:srgbClr val="F3F3F3"/>
                </a:solidFill>
              </a:defRPr>
            </a:lvl9pPr>
          </a:lstStyle>
          <a:p>
            <a:r>
              <a:rPr lang="en-US"/>
              <a:t>Click to edit Master title style</a:t>
            </a:r>
            <a:endParaRPr/>
          </a:p>
        </p:txBody>
      </p:sp>
    </p:spTree>
    <p:extLst>
      <p:ext uri="{BB962C8B-B14F-4D97-AF65-F5344CB8AC3E}">
        <p14:creationId xmlns:p14="http://schemas.microsoft.com/office/powerpoint/2010/main" val="81755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3316217" y="1912800"/>
            <a:ext cx="4490400" cy="3032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867">
                <a:solidFill>
                  <a:srgbClr val="F3F3F3"/>
                </a:solidFill>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28" name="Google Shape;28;p8"/>
          <p:cNvSpPr txBox="1">
            <a:spLocks noGrp="1"/>
          </p:cNvSpPr>
          <p:nvPr>
            <p:ph type="title"/>
          </p:nvPr>
        </p:nvSpPr>
        <p:spPr>
          <a:xfrm>
            <a:off x="8706971" y="1912800"/>
            <a:ext cx="2622800" cy="3032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6400">
                <a:solidFill>
                  <a:srgbClr val="F3F3F3"/>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r>
              <a:rPr lang="en-US"/>
              <a:t>Click to edit Master title style</a:t>
            </a:r>
            <a:endParaRPr/>
          </a:p>
        </p:txBody>
      </p:sp>
    </p:spTree>
    <p:extLst>
      <p:ext uri="{BB962C8B-B14F-4D97-AF65-F5344CB8AC3E}">
        <p14:creationId xmlns:p14="http://schemas.microsoft.com/office/powerpoint/2010/main" val="1517703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9"/>
          <p:cNvSpPr txBox="1">
            <a:spLocks noGrp="1"/>
          </p:cNvSpPr>
          <p:nvPr>
            <p:ph type="title"/>
          </p:nvPr>
        </p:nvSpPr>
        <p:spPr>
          <a:xfrm>
            <a:off x="3229667" y="1891600"/>
            <a:ext cx="5732800" cy="307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9600">
                <a:solidFill>
                  <a:srgbClr val="F3F3F3"/>
                </a:solidFill>
              </a:defRPr>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4264390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697100" y="1295800"/>
            <a:ext cx="5050400" cy="42664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8000">
                <a:solidFill>
                  <a:srgbClr val="F3F3F3"/>
                </a:solidFill>
              </a:defRPr>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33" name="Google Shape;33;p10"/>
          <p:cNvSpPr txBox="1">
            <a:spLocks noGrp="1"/>
          </p:cNvSpPr>
          <p:nvPr>
            <p:ph type="subTitle" idx="1"/>
          </p:nvPr>
        </p:nvSpPr>
        <p:spPr>
          <a:xfrm>
            <a:off x="6399933" y="2605600"/>
            <a:ext cx="2586800" cy="164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867">
                <a:solidFill>
                  <a:srgbClr val="F3F3F3"/>
                </a:solidFill>
              </a:defRPr>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34" name="Google Shape;34;p10"/>
          <p:cNvSpPr txBox="1">
            <a:spLocks noGrp="1"/>
          </p:cNvSpPr>
          <p:nvPr>
            <p:ph type="title" idx="2" hasCustomPrompt="1"/>
          </p:nvPr>
        </p:nvSpPr>
        <p:spPr>
          <a:xfrm>
            <a:off x="6465560" y="1334833"/>
            <a:ext cx="2702400" cy="24196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8666">
                <a:solidFill>
                  <a:srgbClr val="F3F3F3"/>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2099837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11"/>
          <p:cNvSpPr txBox="1">
            <a:spLocks noGrp="1"/>
          </p:cNvSpPr>
          <p:nvPr>
            <p:ph type="title"/>
          </p:nvPr>
        </p:nvSpPr>
        <p:spPr>
          <a:xfrm>
            <a:off x="960133" y="2275800"/>
            <a:ext cx="3679600" cy="230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6000">
                <a:solidFill>
                  <a:srgbClr val="F3F3F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en-US"/>
              <a:t>Click to edit Master title style</a:t>
            </a:r>
            <a:endParaRPr/>
          </a:p>
        </p:txBody>
      </p:sp>
    </p:spTree>
    <p:extLst>
      <p:ext uri="{BB962C8B-B14F-4D97-AF65-F5344CB8AC3E}">
        <p14:creationId xmlns:p14="http://schemas.microsoft.com/office/powerpoint/2010/main" val="1860228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7"/>
        <p:cNvGrpSpPr/>
        <p:nvPr/>
      </p:nvGrpSpPr>
      <p:grpSpPr>
        <a:xfrm>
          <a:off x="0" y="0"/>
          <a:ext cx="0" cy="0"/>
          <a:chOff x="0" y="0"/>
          <a:chExt cx="0" cy="0"/>
        </a:xfrm>
      </p:grpSpPr>
      <p:sp>
        <p:nvSpPr>
          <p:cNvPr id="38" name="Google Shape;38;p12"/>
          <p:cNvSpPr txBox="1">
            <a:spLocks noGrp="1"/>
          </p:cNvSpPr>
          <p:nvPr>
            <p:ph type="title" hasCustomPrompt="1"/>
          </p:nvPr>
        </p:nvSpPr>
        <p:spPr>
          <a:xfrm>
            <a:off x="415600" y="2750000"/>
            <a:ext cx="11360800" cy="14808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96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39" name="Google Shape;39;p12"/>
          <p:cNvSpPr txBox="1">
            <a:spLocks noGrp="1"/>
          </p:cNvSpPr>
          <p:nvPr>
            <p:ph type="body" idx="1"/>
          </p:nvPr>
        </p:nvSpPr>
        <p:spPr>
          <a:xfrm>
            <a:off x="415600" y="4340933"/>
            <a:ext cx="11360800" cy="687200"/>
          </a:xfrm>
          <a:prstGeom prst="rect">
            <a:avLst/>
          </a:prstGeom>
        </p:spPr>
        <p:txBody>
          <a:bodyPr spcFirstLastPara="1" wrap="square" lIns="91425" tIns="91425" rIns="91425" bIns="91425" anchor="t" anchorCtr="0">
            <a:noAutofit/>
          </a:bodyPr>
          <a:lstStyle>
            <a:lvl1pPr marL="609585" lvl="0" indent="-406390" algn="ctr">
              <a:spcBef>
                <a:spcPts val="0"/>
              </a:spcBef>
              <a:spcAft>
                <a:spcPts val="0"/>
              </a:spcAft>
              <a:buSzPts val="1200"/>
              <a:buChar char="●"/>
              <a:defRPr sz="1867"/>
            </a:lvl1pPr>
            <a:lvl2pPr marL="1219170" lvl="1" indent="-406390" algn="ctr">
              <a:spcBef>
                <a:spcPts val="2133"/>
              </a:spcBef>
              <a:spcAft>
                <a:spcPts val="0"/>
              </a:spcAft>
              <a:buSzPts val="1200"/>
              <a:buChar char="○"/>
              <a:defRPr/>
            </a:lvl2pPr>
            <a:lvl3pPr marL="1828754" lvl="2" indent="-406390" algn="ctr">
              <a:spcBef>
                <a:spcPts val="2133"/>
              </a:spcBef>
              <a:spcAft>
                <a:spcPts val="0"/>
              </a:spcAft>
              <a:buSzPts val="1200"/>
              <a:buChar char="■"/>
              <a:defRPr/>
            </a:lvl3pPr>
            <a:lvl4pPr marL="2438339" lvl="3" indent="-406390" algn="ctr">
              <a:spcBef>
                <a:spcPts val="2133"/>
              </a:spcBef>
              <a:spcAft>
                <a:spcPts val="0"/>
              </a:spcAft>
              <a:buSzPts val="1200"/>
              <a:buChar char="●"/>
              <a:defRPr/>
            </a:lvl4pPr>
            <a:lvl5pPr marL="3047924" lvl="4" indent="-406390" algn="ctr">
              <a:spcBef>
                <a:spcPts val="2133"/>
              </a:spcBef>
              <a:spcAft>
                <a:spcPts val="0"/>
              </a:spcAft>
              <a:buSzPts val="1200"/>
              <a:buChar char="○"/>
              <a:defRPr/>
            </a:lvl5pPr>
            <a:lvl6pPr marL="3657509" lvl="5" indent="-406390" algn="ctr">
              <a:spcBef>
                <a:spcPts val="2133"/>
              </a:spcBef>
              <a:spcAft>
                <a:spcPts val="0"/>
              </a:spcAft>
              <a:buSzPts val="1200"/>
              <a:buChar char="■"/>
              <a:defRPr/>
            </a:lvl6pPr>
            <a:lvl7pPr marL="4267093" lvl="6" indent="-406390" algn="ctr">
              <a:spcBef>
                <a:spcPts val="2133"/>
              </a:spcBef>
              <a:spcAft>
                <a:spcPts val="0"/>
              </a:spcAft>
              <a:buSzPts val="1200"/>
              <a:buChar char="●"/>
              <a:defRPr/>
            </a:lvl7pPr>
            <a:lvl8pPr marL="4876678" lvl="7" indent="-406390" algn="ctr">
              <a:spcBef>
                <a:spcPts val="2133"/>
              </a:spcBef>
              <a:spcAft>
                <a:spcPts val="0"/>
              </a:spcAft>
              <a:buSzPts val="1200"/>
              <a:buChar char="○"/>
              <a:defRPr/>
            </a:lvl8pPr>
            <a:lvl9pPr marL="5486263" lvl="8" indent="-406390" algn="ctr">
              <a:spcBef>
                <a:spcPts val="2133"/>
              </a:spcBef>
              <a:spcAft>
                <a:spcPts val="2133"/>
              </a:spcAft>
              <a:buSzPts val="1200"/>
              <a:buChar char="■"/>
              <a:defRPr/>
            </a:lvl9pPr>
          </a:lstStyle>
          <a:p>
            <a:pPr lvl="0"/>
            <a:r>
              <a:rPr lang="en-US"/>
              <a:t>Click to edit Master text styles</a:t>
            </a:r>
          </a:p>
        </p:txBody>
      </p:sp>
    </p:spTree>
    <p:extLst>
      <p:ext uri="{BB962C8B-B14F-4D97-AF65-F5344CB8AC3E}">
        <p14:creationId xmlns:p14="http://schemas.microsoft.com/office/powerpoint/2010/main" val="1483438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1230138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p:cSld name="Agenda">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4"/>
          <p:cNvSpPr txBox="1">
            <a:spLocks noGrp="1"/>
          </p:cNvSpPr>
          <p:nvPr>
            <p:ph type="title"/>
          </p:nvPr>
        </p:nvSpPr>
        <p:spPr>
          <a:xfrm>
            <a:off x="2015617" y="1936833"/>
            <a:ext cx="3118800" cy="562000"/>
          </a:xfrm>
          <a:prstGeom prst="rect">
            <a:avLst/>
          </a:prstGeom>
          <a:noFill/>
          <a:ln>
            <a:noFill/>
          </a:ln>
        </p:spPr>
        <p:txBody>
          <a:bodyPr spcFirstLastPara="1" wrap="square" lIns="0" tIns="0" rIns="0" bIns="0" anchor="ctr" anchorCtr="0">
            <a:noAutofit/>
          </a:bodyPr>
          <a:lstStyle>
            <a:lvl1pPr lvl="0" rtl="0">
              <a:spcBef>
                <a:spcPts val="0"/>
              </a:spcBef>
              <a:spcAft>
                <a:spcPts val="0"/>
              </a:spcAft>
              <a:buSzPts val="1400"/>
              <a:buNone/>
              <a:defRPr sz="3200" i="0">
                <a:solidFill>
                  <a:srgbClr val="F3F3F3"/>
                </a:solidFill>
              </a:defRPr>
            </a:lvl1pPr>
            <a:lvl2pPr lvl="1" algn="r" rtl="0">
              <a:spcBef>
                <a:spcPts val="0"/>
              </a:spcBef>
              <a:spcAft>
                <a:spcPts val="0"/>
              </a:spcAft>
              <a:buSzPts val="1400"/>
              <a:buNone/>
              <a:defRPr sz="1867"/>
            </a:lvl2pPr>
            <a:lvl3pPr lvl="2" algn="r" rtl="0">
              <a:spcBef>
                <a:spcPts val="0"/>
              </a:spcBef>
              <a:spcAft>
                <a:spcPts val="0"/>
              </a:spcAft>
              <a:buSzPts val="1400"/>
              <a:buNone/>
              <a:defRPr sz="1867"/>
            </a:lvl3pPr>
            <a:lvl4pPr lvl="3" algn="r" rtl="0">
              <a:spcBef>
                <a:spcPts val="0"/>
              </a:spcBef>
              <a:spcAft>
                <a:spcPts val="0"/>
              </a:spcAft>
              <a:buSzPts val="1400"/>
              <a:buNone/>
              <a:defRPr sz="1867"/>
            </a:lvl4pPr>
            <a:lvl5pPr lvl="4" algn="r" rtl="0">
              <a:spcBef>
                <a:spcPts val="0"/>
              </a:spcBef>
              <a:spcAft>
                <a:spcPts val="0"/>
              </a:spcAft>
              <a:buSzPts val="1400"/>
              <a:buNone/>
              <a:defRPr sz="1867"/>
            </a:lvl5pPr>
            <a:lvl6pPr lvl="5" algn="r" rtl="0">
              <a:spcBef>
                <a:spcPts val="0"/>
              </a:spcBef>
              <a:spcAft>
                <a:spcPts val="0"/>
              </a:spcAft>
              <a:buSzPts val="1400"/>
              <a:buNone/>
              <a:defRPr sz="1867"/>
            </a:lvl6pPr>
            <a:lvl7pPr lvl="6" algn="r" rtl="0">
              <a:spcBef>
                <a:spcPts val="0"/>
              </a:spcBef>
              <a:spcAft>
                <a:spcPts val="0"/>
              </a:spcAft>
              <a:buSzPts val="1400"/>
              <a:buNone/>
              <a:defRPr sz="1867"/>
            </a:lvl7pPr>
            <a:lvl8pPr lvl="7" algn="r" rtl="0">
              <a:spcBef>
                <a:spcPts val="0"/>
              </a:spcBef>
              <a:spcAft>
                <a:spcPts val="0"/>
              </a:spcAft>
              <a:buSzPts val="1400"/>
              <a:buNone/>
              <a:defRPr sz="1867"/>
            </a:lvl8pPr>
            <a:lvl9pPr lvl="8" algn="r" rtl="0">
              <a:spcBef>
                <a:spcPts val="0"/>
              </a:spcBef>
              <a:spcAft>
                <a:spcPts val="0"/>
              </a:spcAft>
              <a:buSzPts val="1400"/>
              <a:buNone/>
              <a:defRPr sz="1867"/>
            </a:lvl9pPr>
          </a:lstStyle>
          <a:p>
            <a:r>
              <a:rPr lang="en-US"/>
              <a:t>Click to edit Master title style</a:t>
            </a:r>
            <a:endParaRPr/>
          </a:p>
        </p:txBody>
      </p:sp>
      <p:sp>
        <p:nvSpPr>
          <p:cNvPr id="43" name="Google Shape;43;p14"/>
          <p:cNvSpPr txBox="1">
            <a:spLocks noGrp="1"/>
          </p:cNvSpPr>
          <p:nvPr>
            <p:ph type="subTitle" idx="1"/>
          </p:nvPr>
        </p:nvSpPr>
        <p:spPr>
          <a:xfrm>
            <a:off x="2015616" y="2372767"/>
            <a:ext cx="3118800" cy="85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867">
                <a:solidFill>
                  <a:srgbClr val="F3F3F3"/>
                </a:solidFill>
              </a:defRPr>
            </a:lvl1pPr>
            <a:lvl2pPr lvl="1" rtl="0">
              <a:lnSpc>
                <a:spcPct val="100000"/>
              </a:lnSpc>
              <a:spcBef>
                <a:spcPts val="2133"/>
              </a:spcBef>
              <a:spcAft>
                <a:spcPts val="0"/>
              </a:spcAft>
              <a:buNone/>
              <a:defRPr sz="1867">
                <a:solidFill>
                  <a:srgbClr val="F3F3F3"/>
                </a:solidFill>
              </a:defRPr>
            </a:lvl2pPr>
            <a:lvl3pPr lvl="2" rtl="0">
              <a:lnSpc>
                <a:spcPct val="100000"/>
              </a:lnSpc>
              <a:spcBef>
                <a:spcPts val="2133"/>
              </a:spcBef>
              <a:spcAft>
                <a:spcPts val="0"/>
              </a:spcAft>
              <a:buNone/>
              <a:defRPr sz="1867">
                <a:solidFill>
                  <a:srgbClr val="F3F3F3"/>
                </a:solidFill>
              </a:defRPr>
            </a:lvl3pPr>
            <a:lvl4pPr lvl="3" rtl="0">
              <a:lnSpc>
                <a:spcPct val="100000"/>
              </a:lnSpc>
              <a:spcBef>
                <a:spcPts val="2133"/>
              </a:spcBef>
              <a:spcAft>
                <a:spcPts val="0"/>
              </a:spcAft>
              <a:buNone/>
              <a:defRPr sz="1867">
                <a:solidFill>
                  <a:srgbClr val="F3F3F3"/>
                </a:solidFill>
              </a:defRPr>
            </a:lvl4pPr>
            <a:lvl5pPr lvl="4" rtl="0">
              <a:lnSpc>
                <a:spcPct val="100000"/>
              </a:lnSpc>
              <a:spcBef>
                <a:spcPts val="2133"/>
              </a:spcBef>
              <a:spcAft>
                <a:spcPts val="0"/>
              </a:spcAft>
              <a:buNone/>
              <a:defRPr sz="1867">
                <a:solidFill>
                  <a:srgbClr val="F3F3F3"/>
                </a:solidFill>
              </a:defRPr>
            </a:lvl5pPr>
            <a:lvl6pPr lvl="5" rtl="0">
              <a:lnSpc>
                <a:spcPct val="100000"/>
              </a:lnSpc>
              <a:spcBef>
                <a:spcPts val="2133"/>
              </a:spcBef>
              <a:spcAft>
                <a:spcPts val="0"/>
              </a:spcAft>
              <a:buNone/>
              <a:defRPr sz="1867">
                <a:solidFill>
                  <a:srgbClr val="F3F3F3"/>
                </a:solidFill>
              </a:defRPr>
            </a:lvl6pPr>
            <a:lvl7pPr lvl="6" rtl="0">
              <a:lnSpc>
                <a:spcPct val="100000"/>
              </a:lnSpc>
              <a:spcBef>
                <a:spcPts val="2133"/>
              </a:spcBef>
              <a:spcAft>
                <a:spcPts val="0"/>
              </a:spcAft>
              <a:buNone/>
              <a:defRPr sz="1867">
                <a:solidFill>
                  <a:srgbClr val="F3F3F3"/>
                </a:solidFill>
              </a:defRPr>
            </a:lvl7pPr>
            <a:lvl8pPr lvl="7" rtl="0">
              <a:lnSpc>
                <a:spcPct val="100000"/>
              </a:lnSpc>
              <a:spcBef>
                <a:spcPts val="2133"/>
              </a:spcBef>
              <a:spcAft>
                <a:spcPts val="0"/>
              </a:spcAft>
              <a:buNone/>
              <a:defRPr sz="1867">
                <a:solidFill>
                  <a:srgbClr val="F3F3F3"/>
                </a:solidFill>
              </a:defRPr>
            </a:lvl8pPr>
            <a:lvl9pPr lvl="8"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44" name="Google Shape;44;p14"/>
          <p:cNvSpPr txBox="1">
            <a:spLocks noGrp="1"/>
          </p:cNvSpPr>
          <p:nvPr>
            <p:ph type="title" idx="2"/>
          </p:nvPr>
        </p:nvSpPr>
        <p:spPr>
          <a:xfrm>
            <a:off x="6460649" y="1940351"/>
            <a:ext cx="3118800" cy="562000"/>
          </a:xfrm>
          <a:prstGeom prst="rect">
            <a:avLst/>
          </a:prstGeom>
          <a:noFill/>
          <a:ln>
            <a:noFill/>
          </a:ln>
        </p:spPr>
        <p:txBody>
          <a:bodyPr spcFirstLastPara="1" wrap="square" lIns="0" tIns="0" rIns="0" bIns="0" anchor="ctr" anchorCtr="0">
            <a:noAutofit/>
          </a:bodyPr>
          <a:lstStyle>
            <a:lvl1pPr marR="95998" lvl="0" rtl="0">
              <a:spcBef>
                <a:spcPts val="0"/>
              </a:spcBef>
              <a:spcAft>
                <a:spcPts val="0"/>
              </a:spcAft>
              <a:buSzPts val="1400"/>
              <a:buNone/>
              <a:defRPr sz="3200" i="0">
                <a:solidFill>
                  <a:srgbClr val="F3F3F3"/>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r>
              <a:rPr lang="en-US"/>
              <a:t>Click to edit Master title style</a:t>
            </a:r>
            <a:endParaRPr/>
          </a:p>
        </p:txBody>
      </p:sp>
      <p:sp>
        <p:nvSpPr>
          <p:cNvPr id="45" name="Google Shape;45;p14"/>
          <p:cNvSpPr txBox="1">
            <a:spLocks noGrp="1"/>
          </p:cNvSpPr>
          <p:nvPr>
            <p:ph type="subTitle" idx="3"/>
          </p:nvPr>
        </p:nvSpPr>
        <p:spPr>
          <a:xfrm>
            <a:off x="6460649" y="2376317"/>
            <a:ext cx="3118800" cy="85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867">
                <a:solidFill>
                  <a:srgbClr val="F3F3F3"/>
                </a:solidFill>
              </a:defRPr>
            </a:lvl1pPr>
            <a:lvl2pPr lvl="1" rtl="0">
              <a:lnSpc>
                <a:spcPct val="100000"/>
              </a:lnSpc>
              <a:spcBef>
                <a:spcPts val="2133"/>
              </a:spcBef>
              <a:spcAft>
                <a:spcPts val="0"/>
              </a:spcAft>
              <a:buNone/>
              <a:defRPr sz="1867">
                <a:solidFill>
                  <a:srgbClr val="F3F3F3"/>
                </a:solidFill>
              </a:defRPr>
            </a:lvl2pPr>
            <a:lvl3pPr lvl="2" rtl="0">
              <a:lnSpc>
                <a:spcPct val="100000"/>
              </a:lnSpc>
              <a:spcBef>
                <a:spcPts val="2133"/>
              </a:spcBef>
              <a:spcAft>
                <a:spcPts val="0"/>
              </a:spcAft>
              <a:buNone/>
              <a:defRPr sz="1867">
                <a:solidFill>
                  <a:srgbClr val="F3F3F3"/>
                </a:solidFill>
              </a:defRPr>
            </a:lvl3pPr>
            <a:lvl4pPr lvl="3" rtl="0">
              <a:lnSpc>
                <a:spcPct val="100000"/>
              </a:lnSpc>
              <a:spcBef>
                <a:spcPts val="2133"/>
              </a:spcBef>
              <a:spcAft>
                <a:spcPts val="0"/>
              </a:spcAft>
              <a:buNone/>
              <a:defRPr sz="1867">
                <a:solidFill>
                  <a:srgbClr val="F3F3F3"/>
                </a:solidFill>
              </a:defRPr>
            </a:lvl4pPr>
            <a:lvl5pPr lvl="4" rtl="0">
              <a:lnSpc>
                <a:spcPct val="100000"/>
              </a:lnSpc>
              <a:spcBef>
                <a:spcPts val="2133"/>
              </a:spcBef>
              <a:spcAft>
                <a:spcPts val="0"/>
              </a:spcAft>
              <a:buNone/>
              <a:defRPr sz="1867">
                <a:solidFill>
                  <a:srgbClr val="F3F3F3"/>
                </a:solidFill>
              </a:defRPr>
            </a:lvl5pPr>
            <a:lvl6pPr lvl="5" rtl="0">
              <a:lnSpc>
                <a:spcPct val="100000"/>
              </a:lnSpc>
              <a:spcBef>
                <a:spcPts val="2133"/>
              </a:spcBef>
              <a:spcAft>
                <a:spcPts val="0"/>
              </a:spcAft>
              <a:buNone/>
              <a:defRPr sz="1867">
                <a:solidFill>
                  <a:srgbClr val="F3F3F3"/>
                </a:solidFill>
              </a:defRPr>
            </a:lvl6pPr>
            <a:lvl7pPr lvl="6" rtl="0">
              <a:lnSpc>
                <a:spcPct val="100000"/>
              </a:lnSpc>
              <a:spcBef>
                <a:spcPts val="2133"/>
              </a:spcBef>
              <a:spcAft>
                <a:spcPts val="0"/>
              </a:spcAft>
              <a:buNone/>
              <a:defRPr sz="1867">
                <a:solidFill>
                  <a:srgbClr val="F3F3F3"/>
                </a:solidFill>
              </a:defRPr>
            </a:lvl7pPr>
            <a:lvl8pPr lvl="7" rtl="0">
              <a:lnSpc>
                <a:spcPct val="100000"/>
              </a:lnSpc>
              <a:spcBef>
                <a:spcPts val="2133"/>
              </a:spcBef>
              <a:spcAft>
                <a:spcPts val="0"/>
              </a:spcAft>
              <a:buNone/>
              <a:defRPr sz="1867">
                <a:solidFill>
                  <a:srgbClr val="F3F3F3"/>
                </a:solidFill>
              </a:defRPr>
            </a:lvl8pPr>
            <a:lvl9pPr lvl="8"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46" name="Google Shape;46;p14"/>
          <p:cNvSpPr txBox="1">
            <a:spLocks noGrp="1"/>
          </p:cNvSpPr>
          <p:nvPr>
            <p:ph type="title" idx="4"/>
          </p:nvPr>
        </p:nvSpPr>
        <p:spPr>
          <a:xfrm>
            <a:off x="3691084" y="3836600"/>
            <a:ext cx="3118800" cy="562000"/>
          </a:xfrm>
          <a:prstGeom prst="rect">
            <a:avLst/>
          </a:prstGeom>
          <a:noFill/>
          <a:ln>
            <a:noFill/>
          </a:ln>
        </p:spPr>
        <p:txBody>
          <a:bodyPr spcFirstLastPara="1" wrap="square" lIns="0" tIns="0" rIns="0" bIns="0" anchor="ctr" anchorCtr="0">
            <a:noAutofit/>
          </a:bodyPr>
          <a:lstStyle>
            <a:lvl1pPr lvl="0" rtl="0">
              <a:spcBef>
                <a:spcPts val="0"/>
              </a:spcBef>
              <a:spcAft>
                <a:spcPts val="0"/>
              </a:spcAft>
              <a:buSzPts val="1400"/>
              <a:buNone/>
              <a:defRPr sz="3200" i="0">
                <a:solidFill>
                  <a:srgbClr val="F3F3F3"/>
                </a:solidFill>
              </a:defRPr>
            </a:lvl1pPr>
            <a:lvl2pPr lvl="1" algn="r" rtl="0">
              <a:spcBef>
                <a:spcPts val="0"/>
              </a:spcBef>
              <a:spcAft>
                <a:spcPts val="0"/>
              </a:spcAft>
              <a:buSzPts val="1400"/>
              <a:buNone/>
              <a:defRPr sz="1867"/>
            </a:lvl2pPr>
            <a:lvl3pPr lvl="2" algn="r" rtl="0">
              <a:spcBef>
                <a:spcPts val="0"/>
              </a:spcBef>
              <a:spcAft>
                <a:spcPts val="0"/>
              </a:spcAft>
              <a:buSzPts val="1400"/>
              <a:buNone/>
              <a:defRPr sz="1867"/>
            </a:lvl3pPr>
            <a:lvl4pPr lvl="3" algn="r" rtl="0">
              <a:spcBef>
                <a:spcPts val="0"/>
              </a:spcBef>
              <a:spcAft>
                <a:spcPts val="0"/>
              </a:spcAft>
              <a:buSzPts val="1400"/>
              <a:buNone/>
              <a:defRPr sz="1867"/>
            </a:lvl4pPr>
            <a:lvl5pPr lvl="4" algn="r" rtl="0">
              <a:spcBef>
                <a:spcPts val="0"/>
              </a:spcBef>
              <a:spcAft>
                <a:spcPts val="0"/>
              </a:spcAft>
              <a:buSzPts val="1400"/>
              <a:buNone/>
              <a:defRPr sz="1867"/>
            </a:lvl5pPr>
            <a:lvl6pPr lvl="5" algn="r" rtl="0">
              <a:spcBef>
                <a:spcPts val="0"/>
              </a:spcBef>
              <a:spcAft>
                <a:spcPts val="0"/>
              </a:spcAft>
              <a:buSzPts val="1400"/>
              <a:buNone/>
              <a:defRPr sz="1867"/>
            </a:lvl6pPr>
            <a:lvl7pPr lvl="6" algn="r" rtl="0">
              <a:spcBef>
                <a:spcPts val="0"/>
              </a:spcBef>
              <a:spcAft>
                <a:spcPts val="0"/>
              </a:spcAft>
              <a:buSzPts val="1400"/>
              <a:buNone/>
              <a:defRPr sz="1867"/>
            </a:lvl7pPr>
            <a:lvl8pPr lvl="7" algn="r" rtl="0">
              <a:spcBef>
                <a:spcPts val="0"/>
              </a:spcBef>
              <a:spcAft>
                <a:spcPts val="0"/>
              </a:spcAft>
              <a:buSzPts val="1400"/>
              <a:buNone/>
              <a:defRPr sz="1867"/>
            </a:lvl8pPr>
            <a:lvl9pPr lvl="8" algn="r" rtl="0">
              <a:spcBef>
                <a:spcPts val="0"/>
              </a:spcBef>
              <a:spcAft>
                <a:spcPts val="0"/>
              </a:spcAft>
              <a:buSzPts val="1400"/>
              <a:buNone/>
              <a:defRPr sz="1867"/>
            </a:lvl9pPr>
          </a:lstStyle>
          <a:p>
            <a:r>
              <a:rPr lang="en-US"/>
              <a:t>Click to edit Master title style</a:t>
            </a:r>
            <a:endParaRPr/>
          </a:p>
        </p:txBody>
      </p:sp>
      <p:sp>
        <p:nvSpPr>
          <p:cNvPr id="47" name="Google Shape;47;p14"/>
          <p:cNvSpPr txBox="1">
            <a:spLocks noGrp="1"/>
          </p:cNvSpPr>
          <p:nvPr>
            <p:ph type="subTitle" idx="5"/>
          </p:nvPr>
        </p:nvSpPr>
        <p:spPr>
          <a:xfrm>
            <a:off x="3691083" y="4272533"/>
            <a:ext cx="3118800" cy="859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F3F3F3"/>
                </a:solidFill>
              </a:defRPr>
            </a:lvl1pPr>
            <a:lvl2pPr lvl="1" rtl="0">
              <a:spcBef>
                <a:spcPts val="2133"/>
              </a:spcBef>
              <a:spcAft>
                <a:spcPts val="0"/>
              </a:spcAft>
              <a:buNone/>
              <a:defRPr sz="1867">
                <a:solidFill>
                  <a:srgbClr val="F3F3F3"/>
                </a:solidFill>
              </a:defRPr>
            </a:lvl2pPr>
            <a:lvl3pPr lvl="2" rtl="0">
              <a:spcBef>
                <a:spcPts val="2133"/>
              </a:spcBef>
              <a:spcAft>
                <a:spcPts val="0"/>
              </a:spcAft>
              <a:buNone/>
              <a:defRPr sz="1867">
                <a:solidFill>
                  <a:srgbClr val="F3F3F3"/>
                </a:solidFill>
              </a:defRPr>
            </a:lvl3pPr>
            <a:lvl4pPr lvl="3" rtl="0">
              <a:spcBef>
                <a:spcPts val="2133"/>
              </a:spcBef>
              <a:spcAft>
                <a:spcPts val="0"/>
              </a:spcAft>
              <a:buNone/>
              <a:defRPr sz="1867">
                <a:solidFill>
                  <a:srgbClr val="F3F3F3"/>
                </a:solidFill>
              </a:defRPr>
            </a:lvl4pPr>
            <a:lvl5pPr lvl="4" rtl="0">
              <a:spcBef>
                <a:spcPts val="2133"/>
              </a:spcBef>
              <a:spcAft>
                <a:spcPts val="0"/>
              </a:spcAft>
              <a:buNone/>
              <a:defRPr sz="1867">
                <a:solidFill>
                  <a:srgbClr val="F3F3F3"/>
                </a:solidFill>
              </a:defRPr>
            </a:lvl5pPr>
            <a:lvl6pPr lvl="5" rtl="0">
              <a:spcBef>
                <a:spcPts val="2133"/>
              </a:spcBef>
              <a:spcAft>
                <a:spcPts val="0"/>
              </a:spcAft>
              <a:buNone/>
              <a:defRPr sz="1867">
                <a:solidFill>
                  <a:srgbClr val="F3F3F3"/>
                </a:solidFill>
              </a:defRPr>
            </a:lvl6pPr>
            <a:lvl7pPr lvl="6" rtl="0">
              <a:spcBef>
                <a:spcPts val="2133"/>
              </a:spcBef>
              <a:spcAft>
                <a:spcPts val="0"/>
              </a:spcAft>
              <a:buNone/>
              <a:defRPr sz="1867">
                <a:solidFill>
                  <a:srgbClr val="F3F3F3"/>
                </a:solidFill>
              </a:defRPr>
            </a:lvl7pPr>
            <a:lvl8pPr lvl="7" rtl="0">
              <a:spcBef>
                <a:spcPts val="2133"/>
              </a:spcBef>
              <a:spcAft>
                <a:spcPts val="0"/>
              </a:spcAft>
              <a:buNone/>
              <a:defRPr sz="1867">
                <a:solidFill>
                  <a:srgbClr val="F3F3F3"/>
                </a:solidFill>
              </a:defRPr>
            </a:lvl8pPr>
            <a:lvl9pPr lvl="8" rtl="0">
              <a:spcBef>
                <a:spcPts val="2133"/>
              </a:spcBef>
              <a:spcAft>
                <a:spcPts val="2133"/>
              </a:spcAft>
              <a:buNone/>
              <a:defRPr sz="1867">
                <a:solidFill>
                  <a:srgbClr val="F3F3F3"/>
                </a:solidFill>
              </a:defRPr>
            </a:lvl9pPr>
          </a:lstStyle>
          <a:p>
            <a:r>
              <a:rPr lang="en-US"/>
              <a:t>Click to edit Master subtitle style</a:t>
            </a:r>
            <a:endParaRPr/>
          </a:p>
        </p:txBody>
      </p:sp>
      <p:sp>
        <p:nvSpPr>
          <p:cNvPr id="48" name="Google Shape;48;p14"/>
          <p:cNvSpPr txBox="1">
            <a:spLocks noGrp="1"/>
          </p:cNvSpPr>
          <p:nvPr>
            <p:ph type="title" idx="6"/>
          </p:nvPr>
        </p:nvSpPr>
        <p:spPr>
          <a:xfrm>
            <a:off x="8134100" y="3837443"/>
            <a:ext cx="3118800" cy="562000"/>
          </a:xfrm>
          <a:prstGeom prst="rect">
            <a:avLst/>
          </a:prstGeom>
          <a:noFill/>
          <a:ln>
            <a:noFill/>
          </a:ln>
        </p:spPr>
        <p:txBody>
          <a:bodyPr spcFirstLastPara="1" wrap="square" lIns="0" tIns="0" rIns="0" bIns="0" anchor="ctr" anchorCtr="0">
            <a:noAutofit/>
          </a:bodyPr>
          <a:lstStyle>
            <a:lvl1pPr marR="95998" lvl="0" rtl="0">
              <a:spcBef>
                <a:spcPts val="0"/>
              </a:spcBef>
              <a:spcAft>
                <a:spcPts val="0"/>
              </a:spcAft>
              <a:buSzPts val="1400"/>
              <a:buNone/>
              <a:defRPr sz="3200" i="0">
                <a:solidFill>
                  <a:srgbClr val="F3F3F3"/>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r>
              <a:rPr lang="en-US"/>
              <a:t>Click to edit Master title style</a:t>
            </a:r>
            <a:endParaRPr/>
          </a:p>
        </p:txBody>
      </p:sp>
      <p:sp>
        <p:nvSpPr>
          <p:cNvPr id="49" name="Google Shape;49;p14"/>
          <p:cNvSpPr txBox="1">
            <a:spLocks noGrp="1"/>
          </p:cNvSpPr>
          <p:nvPr>
            <p:ph type="subTitle" idx="7"/>
          </p:nvPr>
        </p:nvSpPr>
        <p:spPr>
          <a:xfrm>
            <a:off x="8134100" y="4273409"/>
            <a:ext cx="3118800" cy="859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F3F3F3"/>
                </a:solidFill>
              </a:defRPr>
            </a:lvl1pPr>
            <a:lvl2pPr lvl="1" rtl="0">
              <a:spcBef>
                <a:spcPts val="2133"/>
              </a:spcBef>
              <a:spcAft>
                <a:spcPts val="0"/>
              </a:spcAft>
              <a:buNone/>
              <a:defRPr sz="1867">
                <a:solidFill>
                  <a:srgbClr val="F3F3F3"/>
                </a:solidFill>
              </a:defRPr>
            </a:lvl2pPr>
            <a:lvl3pPr lvl="2" rtl="0">
              <a:spcBef>
                <a:spcPts val="2133"/>
              </a:spcBef>
              <a:spcAft>
                <a:spcPts val="0"/>
              </a:spcAft>
              <a:buNone/>
              <a:defRPr sz="1867">
                <a:solidFill>
                  <a:srgbClr val="F3F3F3"/>
                </a:solidFill>
              </a:defRPr>
            </a:lvl3pPr>
            <a:lvl4pPr lvl="3" rtl="0">
              <a:spcBef>
                <a:spcPts val="2133"/>
              </a:spcBef>
              <a:spcAft>
                <a:spcPts val="0"/>
              </a:spcAft>
              <a:buNone/>
              <a:defRPr sz="1867">
                <a:solidFill>
                  <a:srgbClr val="F3F3F3"/>
                </a:solidFill>
              </a:defRPr>
            </a:lvl4pPr>
            <a:lvl5pPr lvl="4" rtl="0">
              <a:spcBef>
                <a:spcPts val="2133"/>
              </a:spcBef>
              <a:spcAft>
                <a:spcPts val="0"/>
              </a:spcAft>
              <a:buNone/>
              <a:defRPr sz="1867">
                <a:solidFill>
                  <a:srgbClr val="F3F3F3"/>
                </a:solidFill>
              </a:defRPr>
            </a:lvl5pPr>
            <a:lvl6pPr lvl="5" rtl="0">
              <a:spcBef>
                <a:spcPts val="2133"/>
              </a:spcBef>
              <a:spcAft>
                <a:spcPts val="0"/>
              </a:spcAft>
              <a:buNone/>
              <a:defRPr sz="1867">
                <a:solidFill>
                  <a:srgbClr val="F3F3F3"/>
                </a:solidFill>
              </a:defRPr>
            </a:lvl6pPr>
            <a:lvl7pPr lvl="6" rtl="0">
              <a:spcBef>
                <a:spcPts val="2133"/>
              </a:spcBef>
              <a:spcAft>
                <a:spcPts val="0"/>
              </a:spcAft>
              <a:buNone/>
              <a:defRPr sz="1867">
                <a:solidFill>
                  <a:srgbClr val="F3F3F3"/>
                </a:solidFill>
              </a:defRPr>
            </a:lvl7pPr>
            <a:lvl8pPr lvl="7" rtl="0">
              <a:spcBef>
                <a:spcPts val="2133"/>
              </a:spcBef>
              <a:spcAft>
                <a:spcPts val="0"/>
              </a:spcAft>
              <a:buNone/>
              <a:defRPr sz="1867">
                <a:solidFill>
                  <a:srgbClr val="F3F3F3"/>
                </a:solidFill>
              </a:defRPr>
            </a:lvl8pPr>
            <a:lvl9pPr lvl="8" rtl="0">
              <a:spcBef>
                <a:spcPts val="2133"/>
              </a:spcBef>
              <a:spcAft>
                <a:spcPts val="2133"/>
              </a:spcAft>
              <a:buNone/>
              <a:defRPr sz="1867">
                <a:solidFill>
                  <a:srgbClr val="F3F3F3"/>
                </a:solidFill>
              </a:defRPr>
            </a:lvl9pPr>
          </a:lstStyle>
          <a:p>
            <a:r>
              <a:rPr lang="en-US"/>
              <a:t>Click to edit Master subtitle style</a:t>
            </a:r>
            <a:endParaRPr/>
          </a:p>
        </p:txBody>
      </p:sp>
      <p:sp>
        <p:nvSpPr>
          <p:cNvPr id="50" name="Google Shape;50;p14"/>
          <p:cNvSpPr txBox="1">
            <a:spLocks noGrp="1"/>
          </p:cNvSpPr>
          <p:nvPr>
            <p:ph type="title" idx="8" hasCustomPrompt="1"/>
          </p:nvPr>
        </p:nvSpPr>
        <p:spPr>
          <a:xfrm>
            <a:off x="2612449" y="4219067"/>
            <a:ext cx="800000" cy="56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200">
                <a:solidFill>
                  <a:srgbClr val="F3F3F3"/>
                </a:solidFill>
              </a:defRPr>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51" name="Google Shape;51;p14"/>
          <p:cNvSpPr txBox="1">
            <a:spLocks noGrp="1"/>
          </p:cNvSpPr>
          <p:nvPr>
            <p:ph type="title" idx="9" hasCustomPrompt="1"/>
          </p:nvPr>
        </p:nvSpPr>
        <p:spPr>
          <a:xfrm>
            <a:off x="939116" y="2307133"/>
            <a:ext cx="800000" cy="56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200">
                <a:solidFill>
                  <a:srgbClr val="F3F3F3"/>
                </a:solidFill>
              </a:defRPr>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52" name="Google Shape;52;p14"/>
          <p:cNvSpPr txBox="1">
            <a:spLocks noGrp="1"/>
          </p:cNvSpPr>
          <p:nvPr>
            <p:ph type="title" idx="13" hasCustomPrompt="1"/>
          </p:nvPr>
        </p:nvSpPr>
        <p:spPr>
          <a:xfrm>
            <a:off x="7072000" y="4244843"/>
            <a:ext cx="800000" cy="56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200">
                <a:solidFill>
                  <a:srgbClr val="F3F3F3"/>
                </a:solidFill>
              </a:defRPr>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53" name="Google Shape;53;p14"/>
          <p:cNvSpPr txBox="1">
            <a:spLocks noGrp="1"/>
          </p:cNvSpPr>
          <p:nvPr>
            <p:ph type="title" idx="14" hasCustomPrompt="1"/>
          </p:nvPr>
        </p:nvSpPr>
        <p:spPr>
          <a:xfrm>
            <a:off x="5398549" y="2292284"/>
            <a:ext cx="800000" cy="56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200">
                <a:solidFill>
                  <a:srgbClr val="F3F3F3"/>
                </a:solidFill>
              </a:defRPr>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Tree>
    <p:extLst>
      <p:ext uri="{BB962C8B-B14F-4D97-AF65-F5344CB8AC3E}">
        <p14:creationId xmlns:p14="http://schemas.microsoft.com/office/powerpoint/2010/main" val="13982037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5"/>
          <p:cNvSpPr txBox="1">
            <a:spLocks noGrp="1"/>
          </p:cNvSpPr>
          <p:nvPr>
            <p:ph type="subTitle" idx="1"/>
          </p:nvPr>
        </p:nvSpPr>
        <p:spPr>
          <a:xfrm>
            <a:off x="2301233" y="2525767"/>
            <a:ext cx="2944800" cy="935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100"/>
              <a:buFont typeface="Josefin Slab"/>
              <a:buNone/>
              <a:defRPr sz="1867">
                <a:solidFill>
                  <a:srgbClr val="F3F3F3"/>
                </a:solidFill>
              </a:defRPr>
            </a:lvl1pPr>
            <a:lvl2pPr lvl="1"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2pPr>
            <a:lvl3pPr lvl="2"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3pPr>
            <a:lvl4pPr lvl="3"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4pPr>
            <a:lvl5pPr lvl="4"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5pPr>
            <a:lvl6pPr lvl="5"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6pPr>
            <a:lvl7pPr lvl="6"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7pPr>
            <a:lvl8pPr lvl="7"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8pPr>
            <a:lvl9pPr lvl="8"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9pPr>
          </a:lstStyle>
          <a:p>
            <a:r>
              <a:rPr lang="en-US"/>
              <a:t>Click to edit Master subtitle style</a:t>
            </a:r>
            <a:endParaRPr/>
          </a:p>
        </p:txBody>
      </p:sp>
      <p:sp>
        <p:nvSpPr>
          <p:cNvPr id="56" name="Google Shape;56;p15"/>
          <p:cNvSpPr txBox="1">
            <a:spLocks noGrp="1"/>
          </p:cNvSpPr>
          <p:nvPr>
            <p:ph type="subTitle" idx="2"/>
          </p:nvPr>
        </p:nvSpPr>
        <p:spPr>
          <a:xfrm>
            <a:off x="7737999" y="2525767"/>
            <a:ext cx="2944800" cy="935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100"/>
              <a:buFont typeface="Josefin Slab"/>
              <a:buNone/>
              <a:defRPr sz="1867">
                <a:solidFill>
                  <a:srgbClr val="F3F3F3"/>
                </a:solidFill>
              </a:defRPr>
            </a:lvl1pPr>
            <a:lvl2pPr lvl="1"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2pPr>
            <a:lvl3pPr lvl="2"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3pPr>
            <a:lvl4pPr lvl="3"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4pPr>
            <a:lvl5pPr lvl="4"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5pPr>
            <a:lvl6pPr lvl="5"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6pPr>
            <a:lvl7pPr lvl="6"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7pPr>
            <a:lvl8pPr lvl="7"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8pPr>
            <a:lvl9pPr lvl="8"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9pPr>
          </a:lstStyle>
          <a:p>
            <a:r>
              <a:rPr lang="en-US"/>
              <a:t>Click to edit Master subtitle style</a:t>
            </a:r>
            <a:endParaRPr/>
          </a:p>
        </p:txBody>
      </p:sp>
      <p:sp>
        <p:nvSpPr>
          <p:cNvPr id="57" name="Google Shape;57;p15"/>
          <p:cNvSpPr txBox="1">
            <a:spLocks noGrp="1"/>
          </p:cNvSpPr>
          <p:nvPr>
            <p:ph type="subTitle" idx="3"/>
          </p:nvPr>
        </p:nvSpPr>
        <p:spPr>
          <a:xfrm>
            <a:off x="2301233" y="4655267"/>
            <a:ext cx="2944800" cy="935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100"/>
              <a:buFont typeface="Josefin Slab"/>
              <a:buNone/>
              <a:defRPr sz="1867">
                <a:solidFill>
                  <a:srgbClr val="F3F3F3"/>
                </a:solidFill>
              </a:defRPr>
            </a:lvl1pPr>
            <a:lvl2pPr lvl="1"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2pPr>
            <a:lvl3pPr lvl="2"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3pPr>
            <a:lvl4pPr lvl="3"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4pPr>
            <a:lvl5pPr lvl="4"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5pPr>
            <a:lvl6pPr lvl="5"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6pPr>
            <a:lvl7pPr lvl="6"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7pPr>
            <a:lvl8pPr lvl="7"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8pPr>
            <a:lvl9pPr lvl="8"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9pPr>
          </a:lstStyle>
          <a:p>
            <a:r>
              <a:rPr lang="en-US"/>
              <a:t>Click to edit Master subtitle style</a:t>
            </a:r>
            <a:endParaRPr/>
          </a:p>
        </p:txBody>
      </p:sp>
      <p:sp>
        <p:nvSpPr>
          <p:cNvPr id="58" name="Google Shape;58;p15"/>
          <p:cNvSpPr txBox="1">
            <a:spLocks noGrp="1"/>
          </p:cNvSpPr>
          <p:nvPr>
            <p:ph type="subTitle" idx="4"/>
          </p:nvPr>
        </p:nvSpPr>
        <p:spPr>
          <a:xfrm>
            <a:off x="7737999" y="4655267"/>
            <a:ext cx="2944800" cy="935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100"/>
              <a:buFont typeface="Josefin Slab"/>
              <a:buNone/>
              <a:defRPr sz="1867">
                <a:solidFill>
                  <a:srgbClr val="F3F3F3"/>
                </a:solidFill>
              </a:defRPr>
            </a:lvl1pPr>
            <a:lvl2pPr lvl="1"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2pPr>
            <a:lvl3pPr lvl="2"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3pPr>
            <a:lvl4pPr lvl="3"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4pPr>
            <a:lvl5pPr lvl="4"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5pPr>
            <a:lvl6pPr lvl="5"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6pPr>
            <a:lvl7pPr lvl="6"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7pPr>
            <a:lvl8pPr lvl="7"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8pPr>
            <a:lvl9pPr lvl="8" algn="ctr" rtl="0">
              <a:lnSpc>
                <a:spcPct val="100000"/>
              </a:lnSpc>
              <a:spcBef>
                <a:spcPts val="0"/>
              </a:spcBef>
              <a:spcAft>
                <a:spcPts val="0"/>
              </a:spcAft>
              <a:buSzPts val="1100"/>
              <a:buFont typeface="Josefin Slab"/>
              <a:buNone/>
              <a:defRPr sz="1467">
                <a:latin typeface="Josefin Slab"/>
                <a:ea typeface="Josefin Slab"/>
                <a:cs typeface="Josefin Slab"/>
                <a:sym typeface="Josefin Slab"/>
              </a:defRPr>
            </a:lvl9pPr>
          </a:lstStyle>
          <a:p>
            <a:r>
              <a:rPr lang="en-US"/>
              <a:t>Click to edit Master subtitle style</a:t>
            </a:r>
            <a:endParaRPr/>
          </a:p>
        </p:txBody>
      </p:sp>
      <p:sp>
        <p:nvSpPr>
          <p:cNvPr id="59" name="Google Shape;59;p15"/>
          <p:cNvSpPr txBox="1">
            <a:spLocks noGrp="1"/>
          </p:cNvSpPr>
          <p:nvPr>
            <p:ph type="title"/>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4000">
                <a:solidFill>
                  <a:srgbClr val="F3F3F3"/>
                </a:solidFill>
              </a:defRPr>
            </a:lvl1pPr>
            <a:lvl2pPr lvl="1" algn="ctr" rtl="0">
              <a:spcBef>
                <a:spcPts val="0"/>
              </a:spcBef>
              <a:spcAft>
                <a:spcPts val="0"/>
              </a:spcAft>
              <a:buClr>
                <a:srgbClr val="F3F3F3"/>
              </a:buClr>
              <a:buSzPts val="3000"/>
              <a:buNone/>
              <a:defRPr sz="4000">
                <a:solidFill>
                  <a:srgbClr val="F3F3F3"/>
                </a:solidFill>
              </a:defRPr>
            </a:lvl2pPr>
            <a:lvl3pPr lvl="2" algn="ctr" rtl="0">
              <a:spcBef>
                <a:spcPts val="0"/>
              </a:spcBef>
              <a:spcAft>
                <a:spcPts val="0"/>
              </a:spcAft>
              <a:buClr>
                <a:srgbClr val="F3F3F3"/>
              </a:buClr>
              <a:buSzPts val="3000"/>
              <a:buNone/>
              <a:defRPr sz="4000">
                <a:solidFill>
                  <a:srgbClr val="F3F3F3"/>
                </a:solidFill>
              </a:defRPr>
            </a:lvl3pPr>
            <a:lvl4pPr lvl="3" algn="ctr" rtl="0">
              <a:spcBef>
                <a:spcPts val="0"/>
              </a:spcBef>
              <a:spcAft>
                <a:spcPts val="0"/>
              </a:spcAft>
              <a:buClr>
                <a:srgbClr val="F3F3F3"/>
              </a:buClr>
              <a:buSzPts val="3000"/>
              <a:buNone/>
              <a:defRPr sz="4000">
                <a:solidFill>
                  <a:srgbClr val="F3F3F3"/>
                </a:solidFill>
              </a:defRPr>
            </a:lvl4pPr>
            <a:lvl5pPr lvl="4" algn="ctr" rtl="0">
              <a:spcBef>
                <a:spcPts val="0"/>
              </a:spcBef>
              <a:spcAft>
                <a:spcPts val="0"/>
              </a:spcAft>
              <a:buClr>
                <a:srgbClr val="F3F3F3"/>
              </a:buClr>
              <a:buSzPts val="3000"/>
              <a:buNone/>
              <a:defRPr sz="4000">
                <a:solidFill>
                  <a:srgbClr val="F3F3F3"/>
                </a:solidFill>
              </a:defRPr>
            </a:lvl5pPr>
            <a:lvl6pPr lvl="5" algn="ctr" rtl="0">
              <a:spcBef>
                <a:spcPts val="0"/>
              </a:spcBef>
              <a:spcAft>
                <a:spcPts val="0"/>
              </a:spcAft>
              <a:buClr>
                <a:srgbClr val="F3F3F3"/>
              </a:buClr>
              <a:buSzPts val="3000"/>
              <a:buNone/>
              <a:defRPr sz="4000">
                <a:solidFill>
                  <a:srgbClr val="F3F3F3"/>
                </a:solidFill>
              </a:defRPr>
            </a:lvl6pPr>
            <a:lvl7pPr lvl="6" algn="ctr" rtl="0">
              <a:spcBef>
                <a:spcPts val="0"/>
              </a:spcBef>
              <a:spcAft>
                <a:spcPts val="0"/>
              </a:spcAft>
              <a:buClr>
                <a:srgbClr val="F3F3F3"/>
              </a:buClr>
              <a:buSzPts val="3000"/>
              <a:buNone/>
              <a:defRPr sz="4000">
                <a:solidFill>
                  <a:srgbClr val="F3F3F3"/>
                </a:solidFill>
              </a:defRPr>
            </a:lvl7pPr>
            <a:lvl8pPr lvl="7" algn="ctr" rtl="0">
              <a:spcBef>
                <a:spcPts val="0"/>
              </a:spcBef>
              <a:spcAft>
                <a:spcPts val="0"/>
              </a:spcAft>
              <a:buClr>
                <a:srgbClr val="F3F3F3"/>
              </a:buClr>
              <a:buSzPts val="3000"/>
              <a:buNone/>
              <a:defRPr sz="4000">
                <a:solidFill>
                  <a:srgbClr val="F3F3F3"/>
                </a:solidFill>
              </a:defRPr>
            </a:lvl8pPr>
            <a:lvl9pPr lvl="8" algn="ctr" rtl="0">
              <a:spcBef>
                <a:spcPts val="0"/>
              </a:spcBef>
              <a:spcAft>
                <a:spcPts val="0"/>
              </a:spcAft>
              <a:buClr>
                <a:srgbClr val="F3F3F3"/>
              </a:buClr>
              <a:buSzPts val="3000"/>
              <a:buNone/>
              <a:defRPr sz="4000">
                <a:solidFill>
                  <a:srgbClr val="F3F3F3"/>
                </a:solidFill>
              </a:defRPr>
            </a:lvl9pPr>
          </a:lstStyle>
          <a:p>
            <a:r>
              <a:rPr lang="en-US"/>
              <a:t>Click to edit Master title style</a:t>
            </a:r>
            <a:endParaRPr/>
          </a:p>
        </p:txBody>
      </p:sp>
    </p:spTree>
    <p:extLst>
      <p:ext uri="{BB962C8B-B14F-4D97-AF65-F5344CB8AC3E}">
        <p14:creationId xmlns:p14="http://schemas.microsoft.com/office/powerpoint/2010/main" val="2704693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6"/>
          <p:cNvSpPr txBox="1">
            <a:spLocks noGrp="1"/>
          </p:cNvSpPr>
          <p:nvPr>
            <p:ph type="subTitle" idx="1"/>
          </p:nvPr>
        </p:nvSpPr>
        <p:spPr>
          <a:xfrm>
            <a:off x="1293051" y="3506867"/>
            <a:ext cx="2950800" cy="1458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62" name="Google Shape;62;p16"/>
          <p:cNvSpPr txBox="1">
            <a:spLocks noGrp="1"/>
          </p:cNvSpPr>
          <p:nvPr>
            <p:ph type="subTitle" idx="2"/>
          </p:nvPr>
        </p:nvSpPr>
        <p:spPr>
          <a:xfrm>
            <a:off x="7948151" y="3506867"/>
            <a:ext cx="2950800" cy="1458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63" name="Google Shape;63;p16"/>
          <p:cNvSpPr txBox="1">
            <a:spLocks noGrp="1"/>
          </p:cNvSpPr>
          <p:nvPr>
            <p:ph type="subTitle" idx="3"/>
          </p:nvPr>
        </p:nvSpPr>
        <p:spPr>
          <a:xfrm>
            <a:off x="4620017" y="3506867"/>
            <a:ext cx="2950800" cy="1458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64" name="Google Shape;64;p16"/>
          <p:cNvSpPr txBox="1">
            <a:spLocks noGrp="1"/>
          </p:cNvSpPr>
          <p:nvPr>
            <p:ph type="title"/>
          </p:nvPr>
        </p:nvSpPr>
        <p:spPr>
          <a:xfrm>
            <a:off x="1280151" y="4965267"/>
            <a:ext cx="2052400" cy="53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SzPts val="1400"/>
              <a:buNone/>
              <a:defRPr sz="2400"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65" name="Google Shape;65;p16"/>
          <p:cNvSpPr txBox="1">
            <a:spLocks noGrp="1"/>
          </p:cNvSpPr>
          <p:nvPr>
            <p:ph type="title" idx="4"/>
          </p:nvPr>
        </p:nvSpPr>
        <p:spPr>
          <a:xfrm>
            <a:off x="8838251" y="4965267"/>
            <a:ext cx="2052400" cy="53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SzPts val="1400"/>
              <a:buNone/>
              <a:defRPr sz="2400"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66" name="Google Shape;66;p16"/>
          <p:cNvSpPr txBox="1">
            <a:spLocks noGrp="1"/>
          </p:cNvSpPr>
          <p:nvPr>
            <p:ph type="title" idx="5"/>
          </p:nvPr>
        </p:nvSpPr>
        <p:spPr>
          <a:xfrm>
            <a:off x="5073781" y="4965267"/>
            <a:ext cx="2052400" cy="535600"/>
          </a:xfrm>
          <a:prstGeom prst="rect">
            <a:avLst/>
          </a:prstGeom>
          <a:noFill/>
          <a:ln>
            <a:noFill/>
          </a:ln>
        </p:spPr>
        <p:txBody>
          <a:bodyPr spcFirstLastPara="1" wrap="square" lIns="0" tIns="0" rIns="0" bIns="0" anchor="t" anchorCtr="0">
            <a:noAutofit/>
          </a:bodyPr>
          <a:lstStyle>
            <a:lvl1pPr lvl="0" algn="ctr" rtl="0">
              <a:spcBef>
                <a:spcPts val="0"/>
              </a:spcBef>
              <a:spcAft>
                <a:spcPts val="0"/>
              </a:spcAft>
              <a:buSzPts val="1400"/>
              <a:buNone/>
              <a:defRPr sz="2400"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67" name="Google Shape;67;p16"/>
          <p:cNvSpPr txBox="1">
            <a:spLocks noGrp="1"/>
          </p:cNvSpPr>
          <p:nvPr>
            <p:ph type="title" idx="6"/>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4000">
                <a:solidFill>
                  <a:srgbClr val="F3F3F3"/>
                </a:solidFill>
              </a:defRPr>
            </a:lvl1pPr>
            <a:lvl2pPr lvl="1" algn="ctr" rtl="0">
              <a:spcBef>
                <a:spcPts val="0"/>
              </a:spcBef>
              <a:spcAft>
                <a:spcPts val="0"/>
              </a:spcAft>
              <a:buClr>
                <a:srgbClr val="F3F3F3"/>
              </a:buClr>
              <a:buSzPts val="3000"/>
              <a:buNone/>
              <a:defRPr sz="4000">
                <a:solidFill>
                  <a:srgbClr val="F3F3F3"/>
                </a:solidFill>
              </a:defRPr>
            </a:lvl2pPr>
            <a:lvl3pPr lvl="2" algn="ctr" rtl="0">
              <a:spcBef>
                <a:spcPts val="0"/>
              </a:spcBef>
              <a:spcAft>
                <a:spcPts val="0"/>
              </a:spcAft>
              <a:buClr>
                <a:srgbClr val="F3F3F3"/>
              </a:buClr>
              <a:buSzPts val="3000"/>
              <a:buNone/>
              <a:defRPr sz="4000">
                <a:solidFill>
                  <a:srgbClr val="F3F3F3"/>
                </a:solidFill>
              </a:defRPr>
            </a:lvl3pPr>
            <a:lvl4pPr lvl="3" algn="ctr" rtl="0">
              <a:spcBef>
                <a:spcPts val="0"/>
              </a:spcBef>
              <a:spcAft>
                <a:spcPts val="0"/>
              </a:spcAft>
              <a:buClr>
                <a:srgbClr val="F3F3F3"/>
              </a:buClr>
              <a:buSzPts val="3000"/>
              <a:buNone/>
              <a:defRPr sz="4000">
                <a:solidFill>
                  <a:srgbClr val="F3F3F3"/>
                </a:solidFill>
              </a:defRPr>
            </a:lvl4pPr>
            <a:lvl5pPr lvl="4" algn="ctr" rtl="0">
              <a:spcBef>
                <a:spcPts val="0"/>
              </a:spcBef>
              <a:spcAft>
                <a:spcPts val="0"/>
              </a:spcAft>
              <a:buClr>
                <a:srgbClr val="F3F3F3"/>
              </a:buClr>
              <a:buSzPts val="3000"/>
              <a:buNone/>
              <a:defRPr sz="4000">
                <a:solidFill>
                  <a:srgbClr val="F3F3F3"/>
                </a:solidFill>
              </a:defRPr>
            </a:lvl5pPr>
            <a:lvl6pPr lvl="5" algn="ctr" rtl="0">
              <a:spcBef>
                <a:spcPts val="0"/>
              </a:spcBef>
              <a:spcAft>
                <a:spcPts val="0"/>
              </a:spcAft>
              <a:buClr>
                <a:srgbClr val="F3F3F3"/>
              </a:buClr>
              <a:buSzPts val="3000"/>
              <a:buNone/>
              <a:defRPr sz="4000">
                <a:solidFill>
                  <a:srgbClr val="F3F3F3"/>
                </a:solidFill>
              </a:defRPr>
            </a:lvl6pPr>
            <a:lvl7pPr lvl="6" algn="ctr" rtl="0">
              <a:spcBef>
                <a:spcPts val="0"/>
              </a:spcBef>
              <a:spcAft>
                <a:spcPts val="0"/>
              </a:spcAft>
              <a:buClr>
                <a:srgbClr val="F3F3F3"/>
              </a:buClr>
              <a:buSzPts val="3000"/>
              <a:buNone/>
              <a:defRPr sz="4000">
                <a:solidFill>
                  <a:srgbClr val="F3F3F3"/>
                </a:solidFill>
              </a:defRPr>
            </a:lvl7pPr>
            <a:lvl8pPr lvl="7" algn="ctr" rtl="0">
              <a:spcBef>
                <a:spcPts val="0"/>
              </a:spcBef>
              <a:spcAft>
                <a:spcPts val="0"/>
              </a:spcAft>
              <a:buClr>
                <a:srgbClr val="F3F3F3"/>
              </a:buClr>
              <a:buSzPts val="3000"/>
              <a:buNone/>
              <a:defRPr sz="4000">
                <a:solidFill>
                  <a:srgbClr val="F3F3F3"/>
                </a:solidFill>
              </a:defRPr>
            </a:lvl8pPr>
            <a:lvl9pPr lvl="8" algn="ctr" rtl="0">
              <a:spcBef>
                <a:spcPts val="0"/>
              </a:spcBef>
              <a:spcAft>
                <a:spcPts val="0"/>
              </a:spcAft>
              <a:buClr>
                <a:srgbClr val="F3F3F3"/>
              </a:buClr>
              <a:buSzPts val="3000"/>
              <a:buNone/>
              <a:defRPr sz="4000">
                <a:solidFill>
                  <a:srgbClr val="F3F3F3"/>
                </a:solidFill>
              </a:defRPr>
            </a:lvl9pPr>
          </a:lstStyle>
          <a:p>
            <a:r>
              <a:rPr lang="en-US"/>
              <a:t>Click to edit Master title style</a:t>
            </a:r>
            <a:endParaRPr/>
          </a:p>
        </p:txBody>
      </p:sp>
    </p:spTree>
    <p:extLst>
      <p:ext uri="{BB962C8B-B14F-4D97-AF65-F5344CB8AC3E}">
        <p14:creationId xmlns:p14="http://schemas.microsoft.com/office/powerpoint/2010/main" val="14661961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p:cSld name="Numbers and tex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7"/>
          <p:cNvSpPr txBox="1">
            <a:spLocks noGrp="1"/>
          </p:cNvSpPr>
          <p:nvPr>
            <p:ph type="subTitle" idx="1"/>
          </p:nvPr>
        </p:nvSpPr>
        <p:spPr>
          <a:xfrm>
            <a:off x="8008000" y="3093633"/>
            <a:ext cx="2674800" cy="52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lnSpc>
                <a:spcPct val="100000"/>
              </a:lnSpc>
              <a:spcBef>
                <a:spcPts val="2133"/>
              </a:spcBef>
              <a:spcAft>
                <a:spcPts val="0"/>
              </a:spcAft>
              <a:buNone/>
              <a:defRPr sz="1600"/>
            </a:lvl2pPr>
            <a:lvl3pPr lvl="2" rtl="0">
              <a:lnSpc>
                <a:spcPct val="100000"/>
              </a:lnSpc>
              <a:spcBef>
                <a:spcPts val="2133"/>
              </a:spcBef>
              <a:spcAft>
                <a:spcPts val="0"/>
              </a:spcAft>
              <a:buNone/>
              <a:defRPr sz="1600"/>
            </a:lvl3pPr>
            <a:lvl4pPr lvl="3" rtl="0">
              <a:lnSpc>
                <a:spcPct val="100000"/>
              </a:lnSpc>
              <a:spcBef>
                <a:spcPts val="2133"/>
              </a:spcBef>
              <a:spcAft>
                <a:spcPts val="0"/>
              </a:spcAft>
              <a:buNone/>
              <a:defRPr sz="1600"/>
            </a:lvl4pPr>
            <a:lvl5pPr lvl="4" rtl="0">
              <a:lnSpc>
                <a:spcPct val="100000"/>
              </a:lnSpc>
              <a:spcBef>
                <a:spcPts val="2133"/>
              </a:spcBef>
              <a:spcAft>
                <a:spcPts val="0"/>
              </a:spcAft>
              <a:buNone/>
              <a:defRPr sz="1600"/>
            </a:lvl5pPr>
            <a:lvl6pPr lvl="5" rtl="0">
              <a:lnSpc>
                <a:spcPct val="100000"/>
              </a:lnSpc>
              <a:spcBef>
                <a:spcPts val="2133"/>
              </a:spcBef>
              <a:spcAft>
                <a:spcPts val="0"/>
              </a:spcAft>
              <a:buNone/>
              <a:defRPr sz="1600"/>
            </a:lvl6pPr>
            <a:lvl7pPr lvl="6" rtl="0">
              <a:lnSpc>
                <a:spcPct val="100000"/>
              </a:lnSpc>
              <a:spcBef>
                <a:spcPts val="2133"/>
              </a:spcBef>
              <a:spcAft>
                <a:spcPts val="0"/>
              </a:spcAft>
              <a:buNone/>
              <a:defRPr sz="1600"/>
            </a:lvl7pPr>
            <a:lvl8pPr lvl="7" rtl="0">
              <a:lnSpc>
                <a:spcPct val="100000"/>
              </a:lnSpc>
              <a:spcBef>
                <a:spcPts val="2133"/>
              </a:spcBef>
              <a:spcAft>
                <a:spcPts val="0"/>
              </a:spcAft>
              <a:buNone/>
              <a:defRPr sz="1600"/>
            </a:lvl8pPr>
            <a:lvl9pPr lvl="8" rtl="0">
              <a:lnSpc>
                <a:spcPct val="100000"/>
              </a:lnSpc>
              <a:spcBef>
                <a:spcPts val="2133"/>
              </a:spcBef>
              <a:spcAft>
                <a:spcPts val="2133"/>
              </a:spcAft>
              <a:buNone/>
              <a:defRPr sz="1600"/>
            </a:lvl9pPr>
          </a:lstStyle>
          <a:p>
            <a:r>
              <a:rPr lang="en-US"/>
              <a:t>Click to edit Master subtitle style</a:t>
            </a:r>
            <a:endParaRPr/>
          </a:p>
        </p:txBody>
      </p:sp>
      <p:sp>
        <p:nvSpPr>
          <p:cNvPr id="70" name="Google Shape;70;p17"/>
          <p:cNvSpPr txBox="1">
            <a:spLocks noGrp="1"/>
          </p:cNvSpPr>
          <p:nvPr>
            <p:ph type="subTitle" idx="2"/>
          </p:nvPr>
        </p:nvSpPr>
        <p:spPr>
          <a:xfrm>
            <a:off x="8008000" y="4638155"/>
            <a:ext cx="2674800" cy="52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lnSpc>
                <a:spcPct val="100000"/>
              </a:lnSpc>
              <a:spcBef>
                <a:spcPts val="2133"/>
              </a:spcBef>
              <a:spcAft>
                <a:spcPts val="0"/>
              </a:spcAft>
              <a:buNone/>
              <a:defRPr sz="1600"/>
            </a:lvl2pPr>
            <a:lvl3pPr lvl="2" rtl="0">
              <a:lnSpc>
                <a:spcPct val="100000"/>
              </a:lnSpc>
              <a:spcBef>
                <a:spcPts val="2133"/>
              </a:spcBef>
              <a:spcAft>
                <a:spcPts val="0"/>
              </a:spcAft>
              <a:buNone/>
              <a:defRPr sz="1600"/>
            </a:lvl3pPr>
            <a:lvl4pPr lvl="3" rtl="0">
              <a:lnSpc>
                <a:spcPct val="100000"/>
              </a:lnSpc>
              <a:spcBef>
                <a:spcPts val="2133"/>
              </a:spcBef>
              <a:spcAft>
                <a:spcPts val="0"/>
              </a:spcAft>
              <a:buNone/>
              <a:defRPr sz="1600"/>
            </a:lvl4pPr>
            <a:lvl5pPr lvl="4" rtl="0">
              <a:lnSpc>
                <a:spcPct val="100000"/>
              </a:lnSpc>
              <a:spcBef>
                <a:spcPts val="2133"/>
              </a:spcBef>
              <a:spcAft>
                <a:spcPts val="0"/>
              </a:spcAft>
              <a:buNone/>
              <a:defRPr sz="1600"/>
            </a:lvl5pPr>
            <a:lvl6pPr lvl="5" rtl="0">
              <a:lnSpc>
                <a:spcPct val="100000"/>
              </a:lnSpc>
              <a:spcBef>
                <a:spcPts val="2133"/>
              </a:spcBef>
              <a:spcAft>
                <a:spcPts val="0"/>
              </a:spcAft>
              <a:buNone/>
              <a:defRPr sz="1600"/>
            </a:lvl6pPr>
            <a:lvl7pPr lvl="6" rtl="0">
              <a:lnSpc>
                <a:spcPct val="100000"/>
              </a:lnSpc>
              <a:spcBef>
                <a:spcPts val="2133"/>
              </a:spcBef>
              <a:spcAft>
                <a:spcPts val="0"/>
              </a:spcAft>
              <a:buNone/>
              <a:defRPr sz="1600"/>
            </a:lvl7pPr>
            <a:lvl8pPr lvl="7" rtl="0">
              <a:lnSpc>
                <a:spcPct val="100000"/>
              </a:lnSpc>
              <a:spcBef>
                <a:spcPts val="2133"/>
              </a:spcBef>
              <a:spcAft>
                <a:spcPts val="0"/>
              </a:spcAft>
              <a:buNone/>
              <a:defRPr sz="1600"/>
            </a:lvl8pPr>
            <a:lvl9pPr lvl="8" rtl="0">
              <a:lnSpc>
                <a:spcPct val="100000"/>
              </a:lnSpc>
              <a:spcBef>
                <a:spcPts val="2133"/>
              </a:spcBef>
              <a:spcAft>
                <a:spcPts val="2133"/>
              </a:spcAft>
              <a:buNone/>
              <a:defRPr sz="1600"/>
            </a:lvl9pPr>
          </a:lstStyle>
          <a:p>
            <a:r>
              <a:rPr lang="en-US"/>
              <a:t>Click to edit Master subtitle style</a:t>
            </a:r>
            <a:endParaRPr/>
          </a:p>
        </p:txBody>
      </p:sp>
      <p:sp>
        <p:nvSpPr>
          <p:cNvPr id="71" name="Google Shape;71;p17"/>
          <p:cNvSpPr txBox="1">
            <a:spLocks noGrp="1"/>
          </p:cNvSpPr>
          <p:nvPr>
            <p:ph type="title" hasCustomPrompt="1"/>
          </p:nvPr>
        </p:nvSpPr>
        <p:spPr>
          <a:xfrm>
            <a:off x="8008000" y="2605367"/>
            <a:ext cx="1647200" cy="639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72" name="Google Shape;72;p17"/>
          <p:cNvSpPr txBox="1">
            <a:spLocks noGrp="1"/>
          </p:cNvSpPr>
          <p:nvPr>
            <p:ph type="title" idx="3" hasCustomPrompt="1"/>
          </p:nvPr>
        </p:nvSpPr>
        <p:spPr>
          <a:xfrm>
            <a:off x="8008000" y="4133965"/>
            <a:ext cx="1647200" cy="639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73" name="Google Shape;73;p17"/>
          <p:cNvSpPr txBox="1">
            <a:spLocks noGrp="1"/>
          </p:cNvSpPr>
          <p:nvPr>
            <p:ph type="title" idx="4"/>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4000">
                <a:solidFill>
                  <a:srgbClr val="F3F3F3"/>
                </a:solidFill>
              </a:defRPr>
            </a:lvl1pPr>
            <a:lvl2pPr lvl="1" algn="ctr" rtl="0">
              <a:spcBef>
                <a:spcPts val="0"/>
              </a:spcBef>
              <a:spcAft>
                <a:spcPts val="0"/>
              </a:spcAft>
              <a:buClr>
                <a:srgbClr val="F3F3F3"/>
              </a:buClr>
              <a:buSzPts val="3000"/>
              <a:buNone/>
              <a:defRPr sz="4000">
                <a:solidFill>
                  <a:srgbClr val="F3F3F3"/>
                </a:solidFill>
              </a:defRPr>
            </a:lvl2pPr>
            <a:lvl3pPr lvl="2" algn="ctr" rtl="0">
              <a:spcBef>
                <a:spcPts val="0"/>
              </a:spcBef>
              <a:spcAft>
                <a:spcPts val="0"/>
              </a:spcAft>
              <a:buClr>
                <a:srgbClr val="F3F3F3"/>
              </a:buClr>
              <a:buSzPts val="3000"/>
              <a:buNone/>
              <a:defRPr sz="4000">
                <a:solidFill>
                  <a:srgbClr val="F3F3F3"/>
                </a:solidFill>
              </a:defRPr>
            </a:lvl3pPr>
            <a:lvl4pPr lvl="3" algn="ctr" rtl="0">
              <a:spcBef>
                <a:spcPts val="0"/>
              </a:spcBef>
              <a:spcAft>
                <a:spcPts val="0"/>
              </a:spcAft>
              <a:buClr>
                <a:srgbClr val="F3F3F3"/>
              </a:buClr>
              <a:buSzPts val="3000"/>
              <a:buNone/>
              <a:defRPr sz="4000">
                <a:solidFill>
                  <a:srgbClr val="F3F3F3"/>
                </a:solidFill>
              </a:defRPr>
            </a:lvl4pPr>
            <a:lvl5pPr lvl="4" algn="ctr" rtl="0">
              <a:spcBef>
                <a:spcPts val="0"/>
              </a:spcBef>
              <a:spcAft>
                <a:spcPts val="0"/>
              </a:spcAft>
              <a:buClr>
                <a:srgbClr val="F3F3F3"/>
              </a:buClr>
              <a:buSzPts val="3000"/>
              <a:buNone/>
              <a:defRPr sz="4000">
                <a:solidFill>
                  <a:srgbClr val="F3F3F3"/>
                </a:solidFill>
              </a:defRPr>
            </a:lvl5pPr>
            <a:lvl6pPr lvl="5" algn="ctr" rtl="0">
              <a:spcBef>
                <a:spcPts val="0"/>
              </a:spcBef>
              <a:spcAft>
                <a:spcPts val="0"/>
              </a:spcAft>
              <a:buClr>
                <a:srgbClr val="F3F3F3"/>
              </a:buClr>
              <a:buSzPts val="3000"/>
              <a:buNone/>
              <a:defRPr sz="4000">
                <a:solidFill>
                  <a:srgbClr val="F3F3F3"/>
                </a:solidFill>
              </a:defRPr>
            </a:lvl6pPr>
            <a:lvl7pPr lvl="6" algn="ctr" rtl="0">
              <a:spcBef>
                <a:spcPts val="0"/>
              </a:spcBef>
              <a:spcAft>
                <a:spcPts val="0"/>
              </a:spcAft>
              <a:buClr>
                <a:srgbClr val="F3F3F3"/>
              </a:buClr>
              <a:buSzPts val="3000"/>
              <a:buNone/>
              <a:defRPr sz="4000">
                <a:solidFill>
                  <a:srgbClr val="F3F3F3"/>
                </a:solidFill>
              </a:defRPr>
            </a:lvl7pPr>
            <a:lvl8pPr lvl="7" algn="ctr" rtl="0">
              <a:spcBef>
                <a:spcPts val="0"/>
              </a:spcBef>
              <a:spcAft>
                <a:spcPts val="0"/>
              </a:spcAft>
              <a:buClr>
                <a:srgbClr val="F3F3F3"/>
              </a:buClr>
              <a:buSzPts val="3000"/>
              <a:buNone/>
              <a:defRPr sz="4000">
                <a:solidFill>
                  <a:srgbClr val="F3F3F3"/>
                </a:solidFill>
              </a:defRPr>
            </a:lvl8pPr>
            <a:lvl9pPr lvl="8" algn="ctr" rtl="0">
              <a:spcBef>
                <a:spcPts val="0"/>
              </a:spcBef>
              <a:spcAft>
                <a:spcPts val="0"/>
              </a:spcAft>
              <a:buClr>
                <a:srgbClr val="F3F3F3"/>
              </a:buClr>
              <a:buSzPts val="3000"/>
              <a:buNone/>
              <a:defRPr sz="4000">
                <a:solidFill>
                  <a:srgbClr val="F3F3F3"/>
                </a:solidFill>
              </a:defRPr>
            </a:lvl9pPr>
          </a:lstStyle>
          <a:p>
            <a:r>
              <a:rPr lang="en-US"/>
              <a:t>Click to edit Master title style</a:t>
            </a:r>
            <a:endParaRPr/>
          </a:p>
        </p:txBody>
      </p:sp>
    </p:spTree>
    <p:extLst>
      <p:ext uri="{BB962C8B-B14F-4D97-AF65-F5344CB8AC3E}">
        <p14:creationId xmlns:p14="http://schemas.microsoft.com/office/powerpoint/2010/main" val="2143639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1221633" y="3258413"/>
            <a:ext cx="2455200" cy="5356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867"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76" name="Google Shape;76;p18"/>
          <p:cNvSpPr txBox="1">
            <a:spLocks noGrp="1"/>
          </p:cNvSpPr>
          <p:nvPr>
            <p:ph type="subTitle" idx="1"/>
          </p:nvPr>
        </p:nvSpPr>
        <p:spPr>
          <a:xfrm>
            <a:off x="1048367" y="2545933"/>
            <a:ext cx="2801600" cy="7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77" name="Google Shape;77;p18"/>
          <p:cNvSpPr txBox="1">
            <a:spLocks noGrp="1"/>
          </p:cNvSpPr>
          <p:nvPr>
            <p:ph type="title" idx="2"/>
          </p:nvPr>
        </p:nvSpPr>
        <p:spPr>
          <a:xfrm>
            <a:off x="8397832" y="3258413"/>
            <a:ext cx="2455200" cy="5356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867"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78" name="Google Shape;78;p18"/>
          <p:cNvSpPr txBox="1">
            <a:spLocks noGrp="1"/>
          </p:cNvSpPr>
          <p:nvPr>
            <p:ph type="subTitle" idx="3"/>
          </p:nvPr>
        </p:nvSpPr>
        <p:spPr>
          <a:xfrm>
            <a:off x="8107233" y="2545933"/>
            <a:ext cx="3036400" cy="7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79" name="Google Shape;79;p18"/>
          <p:cNvSpPr txBox="1">
            <a:spLocks noGrp="1"/>
          </p:cNvSpPr>
          <p:nvPr>
            <p:ph type="title" idx="4"/>
          </p:nvPr>
        </p:nvSpPr>
        <p:spPr>
          <a:xfrm>
            <a:off x="4809732" y="5163680"/>
            <a:ext cx="2455200" cy="5356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867"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80" name="Google Shape;80;p18"/>
          <p:cNvSpPr txBox="1">
            <a:spLocks noGrp="1"/>
          </p:cNvSpPr>
          <p:nvPr>
            <p:ph type="subTitle" idx="5"/>
          </p:nvPr>
        </p:nvSpPr>
        <p:spPr>
          <a:xfrm>
            <a:off x="4519133" y="4443000"/>
            <a:ext cx="3036400" cy="7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81" name="Google Shape;81;p18"/>
          <p:cNvSpPr txBox="1">
            <a:spLocks noGrp="1"/>
          </p:cNvSpPr>
          <p:nvPr>
            <p:ph type="title" idx="6"/>
          </p:nvPr>
        </p:nvSpPr>
        <p:spPr>
          <a:xfrm>
            <a:off x="4809732" y="3258413"/>
            <a:ext cx="2455200" cy="5356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867"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82" name="Google Shape;82;p18"/>
          <p:cNvSpPr txBox="1">
            <a:spLocks noGrp="1"/>
          </p:cNvSpPr>
          <p:nvPr>
            <p:ph type="subTitle" idx="7"/>
          </p:nvPr>
        </p:nvSpPr>
        <p:spPr>
          <a:xfrm>
            <a:off x="4519133" y="2545933"/>
            <a:ext cx="3036400" cy="7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83" name="Google Shape;83;p18"/>
          <p:cNvSpPr txBox="1">
            <a:spLocks noGrp="1"/>
          </p:cNvSpPr>
          <p:nvPr>
            <p:ph type="title" idx="8"/>
          </p:nvPr>
        </p:nvSpPr>
        <p:spPr>
          <a:xfrm>
            <a:off x="1221633" y="5163680"/>
            <a:ext cx="2455200" cy="5356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867"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84" name="Google Shape;84;p18"/>
          <p:cNvSpPr txBox="1">
            <a:spLocks noGrp="1"/>
          </p:cNvSpPr>
          <p:nvPr>
            <p:ph type="subTitle" idx="9"/>
          </p:nvPr>
        </p:nvSpPr>
        <p:spPr>
          <a:xfrm>
            <a:off x="1048433" y="4443000"/>
            <a:ext cx="2801600" cy="7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85" name="Google Shape;85;p18"/>
          <p:cNvSpPr txBox="1">
            <a:spLocks noGrp="1"/>
          </p:cNvSpPr>
          <p:nvPr>
            <p:ph type="title" idx="13"/>
          </p:nvPr>
        </p:nvSpPr>
        <p:spPr>
          <a:xfrm>
            <a:off x="8661232" y="5163684"/>
            <a:ext cx="1928400" cy="5356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sz="1867" i="0">
                <a:solidFill>
                  <a:srgbClr val="F3F3F3"/>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r>
              <a:rPr lang="en-US"/>
              <a:t>Click to edit Master title style</a:t>
            </a:r>
            <a:endParaRPr/>
          </a:p>
        </p:txBody>
      </p:sp>
      <p:sp>
        <p:nvSpPr>
          <p:cNvPr id="86" name="Google Shape;86;p18"/>
          <p:cNvSpPr txBox="1">
            <a:spLocks noGrp="1"/>
          </p:cNvSpPr>
          <p:nvPr>
            <p:ph type="subTitle" idx="14"/>
          </p:nvPr>
        </p:nvSpPr>
        <p:spPr>
          <a:xfrm>
            <a:off x="8107233" y="4443000"/>
            <a:ext cx="3036400" cy="7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1867">
                <a:solidFill>
                  <a:srgbClr val="F3F3F3"/>
                </a:solidFill>
              </a:defRPr>
            </a:lvl1pPr>
            <a:lvl2pPr lvl="1" algn="ctr" rtl="0">
              <a:lnSpc>
                <a:spcPct val="100000"/>
              </a:lnSpc>
              <a:spcBef>
                <a:spcPts val="2133"/>
              </a:spcBef>
              <a:spcAft>
                <a:spcPts val="0"/>
              </a:spcAft>
              <a:buNone/>
              <a:defRPr sz="1867">
                <a:solidFill>
                  <a:srgbClr val="F3F3F3"/>
                </a:solidFill>
              </a:defRPr>
            </a:lvl2pPr>
            <a:lvl3pPr lvl="2" algn="ctr" rtl="0">
              <a:lnSpc>
                <a:spcPct val="100000"/>
              </a:lnSpc>
              <a:spcBef>
                <a:spcPts val="2133"/>
              </a:spcBef>
              <a:spcAft>
                <a:spcPts val="0"/>
              </a:spcAft>
              <a:buNone/>
              <a:defRPr sz="1867">
                <a:solidFill>
                  <a:srgbClr val="F3F3F3"/>
                </a:solidFill>
              </a:defRPr>
            </a:lvl3pPr>
            <a:lvl4pPr lvl="3" algn="ctr" rtl="0">
              <a:lnSpc>
                <a:spcPct val="100000"/>
              </a:lnSpc>
              <a:spcBef>
                <a:spcPts val="2133"/>
              </a:spcBef>
              <a:spcAft>
                <a:spcPts val="0"/>
              </a:spcAft>
              <a:buNone/>
              <a:defRPr sz="1867">
                <a:solidFill>
                  <a:srgbClr val="F3F3F3"/>
                </a:solidFill>
              </a:defRPr>
            </a:lvl4pPr>
            <a:lvl5pPr lvl="4" algn="ctr" rtl="0">
              <a:lnSpc>
                <a:spcPct val="100000"/>
              </a:lnSpc>
              <a:spcBef>
                <a:spcPts val="2133"/>
              </a:spcBef>
              <a:spcAft>
                <a:spcPts val="0"/>
              </a:spcAft>
              <a:buNone/>
              <a:defRPr sz="1867">
                <a:solidFill>
                  <a:srgbClr val="F3F3F3"/>
                </a:solidFill>
              </a:defRPr>
            </a:lvl5pPr>
            <a:lvl6pPr lvl="5" algn="ctr" rtl="0">
              <a:lnSpc>
                <a:spcPct val="100000"/>
              </a:lnSpc>
              <a:spcBef>
                <a:spcPts val="2133"/>
              </a:spcBef>
              <a:spcAft>
                <a:spcPts val="0"/>
              </a:spcAft>
              <a:buNone/>
              <a:defRPr sz="1867">
                <a:solidFill>
                  <a:srgbClr val="F3F3F3"/>
                </a:solidFill>
              </a:defRPr>
            </a:lvl6pPr>
            <a:lvl7pPr lvl="6" algn="ctr" rtl="0">
              <a:lnSpc>
                <a:spcPct val="100000"/>
              </a:lnSpc>
              <a:spcBef>
                <a:spcPts val="2133"/>
              </a:spcBef>
              <a:spcAft>
                <a:spcPts val="0"/>
              </a:spcAft>
              <a:buNone/>
              <a:defRPr sz="1867">
                <a:solidFill>
                  <a:srgbClr val="F3F3F3"/>
                </a:solidFill>
              </a:defRPr>
            </a:lvl7pPr>
            <a:lvl8pPr lvl="7" algn="ctr" rtl="0">
              <a:lnSpc>
                <a:spcPct val="100000"/>
              </a:lnSpc>
              <a:spcBef>
                <a:spcPts val="2133"/>
              </a:spcBef>
              <a:spcAft>
                <a:spcPts val="0"/>
              </a:spcAft>
              <a:buNone/>
              <a:defRPr sz="1867">
                <a:solidFill>
                  <a:srgbClr val="F3F3F3"/>
                </a:solidFill>
              </a:defRPr>
            </a:lvl8pPr>
            <a:lvl9pPr lvl="8" algn="ctr" rtl="0">
              <a:lnSpc>
                <a:spcPct val="100000"/>
              </a:lnSpc>
              <a:spcBef>
                <a:spcPts val="2133"/>
              </a:spcBef>
              <a:spcAft>
                <a:spcPts val="2133"/>
              </a:spcAft>
              <a:buNone/>
              <a:defRPr sz="1867">
                <a:solidFill>
                  <a:srgbClr val="F3F3F3"/>
                </a:solidFill>
              </a:defRPr>
            </a:lvl9pPr>
          </a:lstStyle>
          <a:p>
            <a:r>
              <a:rPr lang="en-US"/>
              <a:t>Click to edit Master subtitle style</a:t>
            </a:r>
            <a:endParaRPr/>
          </a:p>
        </p:txBody>
      </p:sp>
      <p:sp>
        <p:nvSpPr>
          <p:cNvPr id="87" name="Google Shape;87;p18"/>
          <p:cNvSpPr txBox="1">
            <a:spLocks noGrp="1"/>
          </p:cNvSpPr>
          <p:nvPr>
            <p:ph type="title" idx="15"/>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4000">
                <a:solidFill>
                  <a:srgbClr val="F3F3F3"/>
                </a:solidFill>
              </a:defRPr>
            </a:lvl1pPr>
            <a:lvl2pPr lvl="1" algn="ctr" rtl="0">
              <a:spcBef>
                <a:spcPts val="0"/>
              </a:spcBef>
              <a:spcAft>
                <a:spcPts val="0"/>
              </a:spcAft>
              <a:buClr>
                <a:srgbClr val="F3F3F3"/>
              </a:buClr>
              <a:buSzPts val="3000"/>
              <a:buNone/>
              <a:defRPr sz="4000">
                <a:solidFill>
                  <a:srgbClr val="F3F3F3"/>
                </a:solidFill>
              </a:defRPr>
            </a:lvl2pPr>
            <a:lvl3pPr lvl="2" algn="ctr" rtl="0">
              <a:spcBef>
                <a:spcPts val="0"/>
              </a:spcBef>
              <a:spcAft>
                <a:spcPts val="0"/>
              </a:spcAft>
              <a:buClr>
                <a:srgbClr val="F3F3F3"/>
              </a:buClr>
              <a:buSzPts val="3000"/>
              <a:buNone/>
              <a:defRPr sz="4000">
                <a:solidFill>
                  <a:srgbClr val="F3F3F3"/>
                </a:solidFill>
              </a:defRPr>
            </a:lvl3pPr>
            <a:lvl4pPr lvl="3" algn="ctr" rtl="0">
              <a:spcBef>
                <a:spcPts val="0"/>
              </a:spcBef>
              <a:spcAft>
                <a:spcPts val="0"/>
              </a:spcAft>
              <a:buClr>
                <a:srgbClr val="F3F3F3"/>
              </a:buClr>
              <a:buSzPts val="3000"/>
              <a:buNone/>
              <a:defRPr sz="4000">
                <a:solidFill>
                  <a:srgbClr val="F3F3F3"/>
                </a:solidFill>
              </a:defRPr>
            </a:lvl4pPr>
            <a:lvl5pPr lvl="4" algn="ctr" rtl="0">
              <a:spcBef>
                <a:spcPts val="0"/>
              </a:spcBef>
              <a:spcAft>
                <a:spcPts val="0"/>
              </a:spcAft>
              <a:buClr>
                <a:srgbClr val="F3F3F3"/>
              </a:buClr>
              <a:buSzPts val="3000"/>
              <a:buNone/>
              <a:defRPr sz="4000">
                <a:solidFill>
                  <a:srgbClr val="F3F3F3"/>
                </a:solidFill>
              </a:defRPr>
            </a:lvl5pPr>
            <a:lvl6pPr lvl="5" algn="ctr" rtl="0">
              <a:spcBef>
                <a:spcPts val="0"/>
              </a:spcBef>
              <a:spcAft>
                <a:spcPts val="0"/>
              </a:spcAft>
              <a:buClr>
                <a:srgbClr val="F3F3F3"/>
              </a:buClr>
              <a:buSzPts val="3000"/>
              <a:buNone/>
              <a:defRPr sz="4000">
                <a:solidFill>
                  <a:srgbClr val="F3F3F3"/>
                </a:solidFill>
              </a:defRPr>
            </a:lvl6pPr>
            <a:lvl7pPr lvl="6" algn="ctr" rtl="0">
              <a:spcBef>
                <a:spcPts val="0"/>
              </a:spcBef>
              <a:spcAft>
                <a:spcPts val="0"/>
              </a:spcAft>
              <a:buClr>
                <a:srgbClr val="F3F3F3"/>
              </a:buClr>
              <a:buSzPts val="3000"/>
              <a:buNone/>
              <a:defRPr sz="4000">
                <a:solidFill>
                  <a:srgbClr val="F3F3F3"/>
                </a:solidFill>
              </a:defRPr>
            </a:lvl7pPr>
            <a:lvl8pPr lvl="7" algn="ctr" rtl="0">
              <a:spcBef>
                <a:spcPts val="0"/>
              </a:spcBef>
              <a:spcAft>
                <a:spcPts val="0"/>
              </a:spcAft>
              <a:buClr>
                <a:srgbClr val="F3F3F3"/>
              </a:buClr>
              <a:buSzPts val="3000"/>
              <a:buNone/>
              <a:defRPr sz="4000">
                <a:solidFill>
                  <a:srgbClr val="F3F3F3"/>
                </a:solidFill>
              </a:defRPr>
            </a:lvl8pPr>
            <a:lvl9pPr lvl="8" algn="ctr" rtl="0">
              <a:spcBef>
                <a:spcPts val="0"/>
              </a:spcBef>
              <a:spcAft>
                <a:spcPts val="0"/>
              </a:spcAft>
              <a:buClr>
                <a:srgbClr val="F3F3F3"/>
              </a:buClr>
              <a:buSzPts val="3000"/>
              <a:buNone/>
              <a:defRPr sz="4000">
                <a:solidFill>
                  <a:srgbClr val="F3F3F3"/>
                </a:solidFill>
              </a:defRPr>
            </a:lvl9pPr>
          </a:lstStyle>
          <a:p>
            <a:r>
              <a:rPr lang="en-US"/>
              <a:t>Click to edit Master title style</a:t>
            </a:r>
            <a:endParaRPr/>
          </a:p>
        </p:txBody>
      </p:sp>
    </p:spTree>
    <p:extLst>
      <p:ext uri="{BB962C8B-B14F-4D97-AF65-F5344CB8AC3E}">
        <p14:creationId xmlns:p14="http://schemas.microsoft.com/office/powerpoint/2010/main" val="3239372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Thanks">
    <p:bg>
      <p:bgPr>
        <a:blipFill>
          <a:blip r:embed="rId2">
            <a:alphaModFix/>
          </a:blip>
          <a:stretch>
            <a:fillRect/>
          </a:stretch>
        </a:blipFill>
        <a:effectLst/>
      </p:bgPr>
    </p:bg>
    <p:spTree>
      <p:nvGrpSpPr>
        <p:cNvPr id="1" name="Shape 88"/>
        <p:cNvGrpSpPr/>
        <p:nvPr/>
      </p:nvGrpSpPr>
      <p:grpSpPr>
        <a:xfrm>
          <a:off x="0" y="0"/>
          <a:ext cx="0" cy="0"/>
          <a:chOff x="0" y="0"/>
          <a:chExt cx="0" cy="0"/>
        </a:xfrm>
      </p:grpSpPr>
      <p:sp>
        <p:nvSpPr>
          <p:cNvPr id="89" name="Google Shape;89;p19"/>
          <p:cNvSpPr txBox="1">
            <a:spLocks noGrp="1"/>
          </p:cNvSpPr>
          <p:nvPr>
            <p:ph type="ctrTitle"/>
          </p:nvPr>
        </p:nvSpPr>
        <p:spPr>
          <a:xfrm>
            <a:off x="3416233" y="967200"/>
            <a:ext cx="5360000" cy="19504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3F3F3"/>
              </a:buClr>
              <a:buSzPts val="5200"/>
              <a:buNone/>
              <a:defRPr sz="9600"/>
            </a:lvl1pPr>
            <a:lvl2pPr lvl="1" algn="ctr" rtl="0">
              <a:spcBef>
                <a:spcPts val="0"/>
              </a:spcBef>
              <a:spcAft>
                <a:spcPts val="0"/>
              </a:spcAft>
              <a:buClr>
                <a:srgbClr val="F3F3F3"/>
              </a:buClr>
              <a:buSzPts val="5200"/>
              <a:buNone/>
              <a:defRPr sz="6933">
                <a:solidFill>
                  <a:srgbClr val="F3F3F3"/>
                </a:solidFill>
              </a:defRPr>
            </a:lvl2pPr>
            <a:lvl3pPr lvl="2" algn="ctr" rtl="0">
              <a:spcBef>
                <a:spcPts val="0"/>
              </a:spcBef>
              <a:spcAft>
                <a:spcPts val="0"/>
              </a:spcAft>
              <a:buClr>
                <a:srgbClr val="F3F3F3"/>
              </a:buClr>
              <a:buSzPts val="5200"/>
              <a:buNone/>
              <a:defRPr sz="6933">
                <a:solidFill>
                  <a:srgbClr val="F3F3F3"/>
                </a:solidFill>
              </a:defRPr>
            </a:lvl3pPr>
            <a:lvl4pPr lvl="3" algn="ctr" rtl="0">
              <a:spcBef>
                <a:spcPts val="0"/>
              </a:spcBef>
              <a:spcAft>
                <a:spcPts val="0"/>
              </a:spcAft>
              <a:buClr>
                <a:srgbClr val="F3F3F3"/>
              </a:buClr>
              <a:buSzPts val="5200"/>
              <a:buNone/>
              <a:defRPr sz="6933">
                <a:solidFill>
                  <a:srgbClr val="F3F3F3"/>
                </a:solidFill>
              </a:defRPr>
            </a:lvl4pPr>
            <a:lvl5pPr lvl="4" algn="ctr" rtl="0">
              <a:spcBef>
                <a:spcPts val="0"/>
              </a:spcBef>
              <a:spcAft>
                <a:spcPts val="0"/>
              </a:spcAft>
              <a:buClr>
                <a:srgbClr val="F3F3F3"/>
              </a:buClr>
              <a:buSzPts val="5200"/>
              <a:buNone/>
              <a:defRPr sz="6933">
                <a:solidFill>
                  <a:srgbClr val="F3F3F3"/>
                </a:solidFill>
              </a:defRPr>
            </a:lvl5pPr>
            <a:lvl6pPr lvl="5" algn="ctr" rtl="0">
              <a:spcBef>
                <a:spcPts val="0"/>
              </a:spcBef>
              <a:spcAft>
                <a:spcPts val="0"/>
              </a:spcAft>
              <a:buClr>
                <a:srgbClr val="F3F3F3"/>
              </a:buClr>
              <a:buSzPts val="5200"/>
              <a:buNone/>
              <a:defRPr sz="6933">
                <a:solidFill>
                  <a:srgbClr val="F3F3F3"/>
                </a:solidFill>
              </a:defRPr>
            </a:lvl6pPr>
            <a:lvl7pPr lvl="6" algn="ctr" rtl="0">
              <a:spcBef>
                <a:spcPts val="0"/>
              </a:spcBef>
              <a:spcAft>
                <a:spcPts val="0"/>
              </a:spcAft>
              <a:buClr>
                <a:srgbClr val="F3F3F3"/>
              </a:buClr>
              <a:buSzPts val="5200"/>
              <a:buNone/>
              <a:defRPr sz="6933">
                <a:solidFill>
                  <a:srgbClr val="F3F3F3"/>
                </a:solidFill>
              </a:defRPr>
            </a:lvl7pPr>
            <a:lvl8pPr lvl="7" algn="ctr" rtl="0">
              <a:spcBef>
                <a:spcPts val="0"/>
              </a:spcBef>
              <a:spcAft>
                <a:spcPts val="0"/>
              </a:spcAft>
              <a:buClr>
                <a:srgbClr val="F3F3F3"/>
              </a:buClr>
              <a:buSzPts val="5200"/>
              <a:buNone/>
              <a:defRPr sz="6933">
                <a:solidFill>
                  <a:srgbClr val="F3F3F3"/>
                </a:solidFill>
              </a:defRPr>
            </a:lvl8pPr>
            <a:lvl9pPr lvl="8" algn="ctr" rtl="0">
              <a:spcBef>
                <a:spcPts val="0"/>
              </a:spcBef>
              <a:spcAft>
                <a:spcPts val="0"/>
              </a:spcAft>
              <a:buClr>
                <a:srgbClr val="F3F3F3"/>
              </a:buClr>
              <a:buSzPts val="5200"/>
              <a:buNone/>
              <a:defRPr sz="6933">
                <a:solidFill>
                  <a:srgbClr val="F3F3F3"/>
                </a:solidFill>
              </a:defRPr>
            </a:lvl9pPr>
          </a:lstStyle>
          <a:p>
            <a:r>
              <a:rPr lang="en-US"/>
              <a:t>Click to edit Master title style</a:t>
            </a:r>
            <a:endParaRPr/>
          </a:p>
        </p:txBody>
      </p:sp>
      <p:sp>
        <p:nvSpPr>
          <p:cNvPr id="90" name="Google Shape;90;p19"/>
          <p:cNvSpPr txBox="1">
            <a:spLocks noGrp="1"/>
          </p:cNvSpPr>
          <p:nvPr>
            <p:ph type="subTitle" idx="1"/>
          </p:nvPr>
        </p:nvSpPr>
        <p:spPr>
          <a:xfrm>
            <a:off x="3415967" y="2966933"/>
            <a:ext cx="5360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3F3F3"/>
              </a:buClr>
              <a:buSzPts val="2800"/>
              <a:buNone/>
              <a:defRPr sz="1867">
                <a:solidFill>
                  <a:srgbClr val="F3F3F3"/>
                </a:solidFill>
              </a:defRPr>
            </a:lvl1pPr>
            <a:lvl2pPr lvl="1" algn="ctr" rtl="0">
              <a:lnSpc>
                <a:spcPct val="100000"/>
              </a:lnSpc>
              <a:spcBef>
                <a:spcPts val="0"/>
              </a:spcBef>
              <a:spcAft>
                <a:spcPts val="0"/>
              </a:spcAft>
              <a:buClr>
                <a:srgbClr val="F3F3F3"/>
              </a:buClr>
              <a:buSzPts val="2800"/>
              <a:buNone/>
              <a:defRPr sz="3733">
                <a:solidFill>
                  <a:srgbClr val="F3F3F3"/>
                </a:solidFill>
              </a:defRPr>
            </a:lvl2pPr>
            <a:lvl3pPr lvl="2" algn="ctr" rtl="0">
              <a:lnSpc>
                <a:spcPct val="100000"/>
              </a:lnSpc>
              <a:spcBef>
                <a:spcPts val="0"/>
              </a:spcBef>
              <a:spcAft>
                <a:spcPts val="0"/>
              </a:spcAft>
              <a:buClr>
                <a:srgbClr val="F3F3F3"/>
              </a:buClr>
              <a:buSzPts val="2800"/>
              <a:buNone/>
              <a:defRPr sz="3733">
                <a:solidFill>
                  <a:srgbClr val="F3F3F3"/>
                </a:solidFill>
              </a:defRPr>
            </a:lvl3pPr>
            <a:lvl4pPr lvl="3" algn="ctr" rtl="0">
              <a:lnSpc>
                <a:spcPct val="100000"/>
              </a:lnSpc>
              <a:spcBef>
                <a:spcPts val="0"/>
              </a:spcBef>
              <a:spcAft>
                <a:spcPts val="0"/>
              </a:spcAft>
              <a:buClr>
                <a:srgbClr val="F3F3F3"/>
              </a:buClr>
              <a:buSzPts val="2800"/>
              <a:buNone/>
              <a:defRPr sz="3733">
                <a:solidFill>
                  <a:srgbClr val="F3F3F3"/>
                </a:solidFill>
              </a:defRPr>
            </a:lvl4pPr>
            <a:lvl5pPr lvl="4" algn="ctr" rtl="0">
              <a:lnSpc>
                <a:spcPct val="100000"/>
              </a:lnSpc>
              <a:spcBef>
                <a:spcPts val="0"/>
              </a:spcBef>
              <a:spcAft>
                <a:spcPts val="0"/>
              </a:spcAft>
              <a:buClr>
                <a:srgbClr val="F3F3F3"/>
              </a:buClr>
              <a:buSzPts val="2800"/>
              <a:buNone/>
              <a:defRPr sz="3733">
                <a:solidFill>
                  <a:srgbClr val="F3F3F3"/>
                </a:solidFill>
              </a:defRPr>
            </a:lvl5pPr>
            <a:lvl6pPr lvl="5" algn="ctr" rtl="0">
              <a:lnSpc>
                <a:spcPct val="100000"/>
              </a:lnSpc>
              <a:spcBef>
                <a:spcPts val="0"/>
              </a:spcBef>
              <a:spcAft>
                <a:spcPts val="0"/>
              </a:spcAft>
              <a:buClr>
                <a:srgbClr val="F3F3F3"/>
              </a:buClr>
              <a:buSzPts val="2800"/>
              <a:buNone/>
              <a:defRPr sz="3733">
                <a:solidFill>
                  <a:srgbClr val="F3F3F3"/>
                </a:solidFill>
              </a:defRPr>
            </a:lvl6pPr>
            <a:lvl7pPr lvl="6" algn="ctr" rtl="0">
              <a:lnSpc>
                <a:spcPct val="100000"/>
              </a:lnSpc>
              <a:spcBef>
                <a:spcPts val="0"/>
              </a:spcBef>
              <a:spcAft>
                <a:spcPts val="0"/>
              </a:spcAft>
              <a:buClr>
                <a:srgbClr val="F3F3F3"/>
              </a:buClr>
              <a:buSzPts val="2800"/>
              <a:buNone/>
              <a:defRPr sz="3733">
                <a:solidFill>
                  <a:srgbClr val="F3F3F3"/>
                </a:solidFill>
              </a:defRPr>
            </a:lvl7pPr>
            <a:lvl8pPr lvl="7" algn="ctr" rtl="0">
              <a:lnSpc>
                <a:spcPct val="100000"/>
              </a:lnSpc>
              <a:spcBef>
                <a:spcPts val="0"/>
              </a:spcBef>
              <a:spcAft>
                <a:spcPts val="0"/>
              </a:spcAft>
              <a:buClr>
                <a:srgbClr val="F3F3F3"/>
              </a:buClr>
              <a:buSzPts val="2800"/>
              <a:buNone/>
              <a:defRPr sz="3733">
                <a:solidFill>
                  <a:srgbClr val="F3F3F3"/>
                </a:solidFill>
              </a:defRPr>
            </a:lvl8pPr>
            <a:lvl9pPr lvl="8" algn="ctr" rtl="0">
              <a:lnSpc>
                <a:spcPct val="100000"/>
              </a:lnSpc>
              <a:spcBef>
                <a:spcPts val="0"/>
              </a:spcBef>
              <a:spcAft>
                <a:spcPts val="0"/>
              </a:spcAft>
              <a:buClr>
                <a:srgbClr val="F3F3F3"/>
              </a:buClr>
              <a:buSzPts val="2800"/>
              <a:buNone/>
              <a:defRPr sz="3733">
                <a:solidFill>
                  <a:srgbClr val="F3F3F3"/>
                </a:solidFill>
              </a:defRPr>
            </a:lvl9pPr>
          </a:lstStyle>
          <a:p>
            <a:r>
              <a:rPr lang="en-US"/>
              <a:t>Click to edit Master subtitle style</a:t>
            </a:r>
            <a:endParaRPr/>
          </a:p>
        </p:txBody>
      </p:sp>
      <p:sp>
        <p:nvSpPr>
          <p:cNvPr id="91" name="Google Shape;91;p19"/>
          <p:cNvSpPr txBox="1"/>
          <p:nvPr/>
        </p:nvSpPr>
        <p:spPr>
          <a:xfrm>
            <a:off x="3751233" y="5061967"/>
            <a:ext cx="4690000" cy="759200"/>
          </a:xfrm>
          <a:prstGeom prst="rect">
            <a:avLst/>
          </a:prstGeom>
          <a:noFill/>
          <a:ln>
            <a:noFill/>
          </a:ln>
        </p:spPr>
        <p:txBody>
          <a:bodyPr spcFirstLastPara="1" wrap="square" lIns="121900" tIns="121900" rIns="121900" bIns="121900" anchor="t" anchorCtr="0">
            <a:noAutofit/>
          </a:bodyPr>
          <a:lstStyle/>
          <a:p>
            <a:pPr marL="0" lvl="0" indent="0" algn="ctr" rtl="0">
              <a:spcBef>
                <a:spcPts val="400"/>
              </a:spcBef>
              <a:spcAft>
                <a:spcPts val="0"/>
              </a:spcAft>
              <a:buNone/>
            </a:pPr>
            <a:r>
              <a:rPr lang="en" sz="1200">
                <a:solidFill>
                  <a:srgbClr val="F3F3F3"/>
                </a:solidFill>
                <a:latin typeface="Fira Sans Condensed Light"/>
                <a:ea typeface="Fira Sans Condensed Light"/>
                <a:cs typeface="Fira Sans Condensed Light"/>
                <a:sym typeface="Fira Sans Condensed Light"/>
              </a:rPr>
              <a:t>CREDITS: This presentation template was created by </a:t>
            </a:r>
            <a:r>
              <a:rPr lang="en" sz="1200" b="1">
                <a:solidFill>
                  <a:srgbClr val="F3F3F3"/>
                </a:solidFill>
                <a:uFill>
                  <a:noFill/>
                </a:uFill>
                <a:latin typeface="Fira Sans Condensed"/>
                <a:ea typeface="Fira Sans Condensed"/>
                <a:cs typeface="Fira Sans Condensed"/>
                <a:sym typeface="Fira Sans Condensed"/>
                <a:hlinkClick r:id="rId3">
                  <a:extLst>
                    <a:ext uri="{A12FA001-AC4F-418D-AE19-62706E023703}">
                      <ahyp:hlinkClr xmlns:ahyp="http://schemas.microsoft.com/office/drawing/2018/hyperlinkcolor" val="tx"/>
                    </a:ext>
                  </a:extLst>
                </a:hlinkClick>
              </a:rPr>
              <a:t>Slidesgo</a:t>
            </a:r>
            <a:r>
              <a:rPr lang="en" sz="1200">
                <a:solidFill>
                  <a:srgbClr val="F3F3F3"/>
                </a:solidFill>
                <a:latin typeface="Fira Sans Condensed Light"/>
                <a:ea typeface="Fira Sans Condensed Light"/>
                <a:cs typeface="Fira Sans Condensed Light"/>
                <a:sym typeface="Fira Sans Condensed Light"/>
              </a:rPr>
              <a:t>, including icons by </a:t>
            </a:r>
            <a:r>
              <a:rPr lang="en" sz="1200" b="1">
                <a:solidFill>
                  <a:srgbClr val="F3F3F3"/>
                </a:solidFill>
                <a:uFill>
                  <a:noFill/>
                </a:uFill>
                <a:latin typeface="Fira Sans Condensed"/>
                <a:ea typeface="Fira Sans Condensed"/>
                <a:cs typeface="Fira Sans Condensed"/>
                <a:sym typeface="Fira Sans Condensed"/>
                <a:hlinkClick r:id="rId4">
                  <a:extLst>
                    <a:ext uri="{A12FA001-AC4F-418D-AE19-62706E023703}">
                      <ahyp:hlinkClr xmlns:ahyp="http://schemas.microsoft.com/office/drawing/2018/hyperlinkcolor" val="tx"/>
                    </a:ext>
                  </a:extLst>
                </a:hlinkClick>
              </a:rPr>
              <a:t>Flaticon</a:t>
            </a:r>
            <a:r>
              <a:rPr lang="en" sz="1200">
                <a:solidFill>
                  <a:srgbClr val="F3F3F3"/>
                </a:solidFill>
                <a:latin typeface="Fira Sans Condensed Light"/>
                <a:ea typeface="Fira Sans Condensed Light"/>
                <a:cs typeface="Fira Sans Condensed Light"/>
                <a:sym typeface="Fira Sans Condensed Light"/>
              </a:rPr>
              <a:t>, and infographics &amp; images by </a:t>
            </a:r>
            <a:r>
              <a:rPr lang="en" sz="1200" b="1">
                <a:solidFill>
                  <a:srgbClr val="F3F3F3"/>
                </a:solidFill>
                <a:uFill>
                  <a:noFill/>
                </a:uFill>
                <a:latin typeface="Fira Sans Condensed"/>
                <a:ea typeface="Fira Sans Condensed"/>
                <a:cs typeface="Fira Sans Condensed"/>
                <a:sym typeface="Fira Sans Condensed"/>
                <a:hlinkClick r:id="rId5">
                  <a:extLst>
                    <a:ext uri="{A12FA001-AC4F-418D-AE19-62706E023703}">
                      <ahyp:hlinkClr xmlns:ahyp="http://schemas.microsoft.com/office/drawing/2018/hyperlinkcolor" val="tx"/>
                    </a:ext>
                  </a:extLst>
                </a:hlinkClick>
              </a:rPr>
              <a:t>Freepik</a:t>
            </a:r>
            <a:r>
              <a:rPr lang="en" sz="1200">
                <a:solidFill>
                  <a:srgbClr val="F3F3F3"/>
                </a:solidFill>
                <a:latin typeface="Fira Sans Condensed Light"/>
                <a:ea typeface="Fira Sans Condensed Light"/>
                <a:cs typeface="Fira Sans Condensed Light"/>
                <a:sym typeface="Fira Sans Condensed Light"/>
              </a:rPr>
              <a:t>. </a:t>
            </a:r>
            <a:endParaRPr sz="1200">
              <a:solidFill>
                <a:srgbClr val="F3F3F3"/>
              </a:solidFill>
              <a:latin typeface="Fira Sans Condensed Light"/>
              <a:ea typeface="Fira Sans Condensed Light"/>
              <a:cs typeface="Fira Sans Condensed Light"/>
              <a:sym typeface="Fira Sans Condensed Light"/>
            </a:endParaRPr>
          </a:p>
          <a:p>
            <a:pPr marL="0" lvl="0" indent="0" algn="ctr" rtl="0">
              <a:spcBef>
                <a:spcPts val="400"/>
              </a:spcBef>
              <a:spcAft>
                <a:spcPts val="0"/>
              </a:spcAft>
              <a:buNone/>
            </a:pPr>
            <a:endParaRPr sz="120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454236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Background 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extLst>
      <p:ext uri="{BB962C8B-B14F-4D97-AF65-F5344CB8AC3E}">
        <p14:creationId xmlns:p14="http://schemas.microsoft.com/office/powerpoint/2010/main" val="4066022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2">
  <p:cSld name="Background 2">
    <p:bg>
      <p:bgPr>
        <a:blipFill>
          <a:blip r:embed="rId2">
            <a:alphaModFix/>
          </a:blip>
          <a:stretch>
            <a:fillRect/>
          </a:stretch>
        </a:blipFill>
        <a:effectLst/>
      </p:bgPr>
    </p:bg>
    <p:spTree>
      <p:nvGrpSpPr>
        <p:cNvPr id="1" name="Shape 93"/>
        <p:cNvGrpSpPr/>
        <p:nvPr/>
      </p:nvGrpSpPr>
      <p:grpSpPr>
        <a:xfrm>
          <a:off x="0" y="0"/>
          <a:ext cx="0" cy="0"/>
          <a:chOff x="0" y="0"/>
          <a:chExt cx="0" cy="0"/>
        </a:xfrm>
      </p:grpSpPr>
    </p:spTree>
    <p:extLst>
      <p:ext uri="{BB962C8B-B14F-4D97-AF65-F5344CB8AC3E}">
        <p14:creationId xmlns:p14="http://schemas.microsoft.com/office/powerpoint/2010/main" val="3873255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97"/>
        <p:cNvGrpSpPr/>
        <p:nvPr/>
      </p:nvGrpSpPr>
      <p:grpSpPr>
        <a:xfrm>
          <a:off x="0" y="0"/>
          <a:ext cx="0" cy="0"/>
          <a:chOff x="0" y="0"/>
          <a:chExt cx="0" cy="0"/>
        </a:xfrm>
      </p:grpSpPr>
    </p:spTree>
    <p:extLst>
      <p:ext uri="{BB962C8B-B14F-4D97-AF65-F5344CB8AC3E}">
        <p14:creationId xmlns:p14="http://schemas.microsoft.com/office/powerpoint/2010/main" val="2294095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extLst>
      <p:ext uri="{BB962C8B-B14F-4D97-AF65-F5344CB8AC3E}">
        <p14:creationId xmlns:p14="http://schemas.microsoft.com/office/powerpoint/2010/main" val="245850527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94"/>
        <p:cNvGrpSpPr/>
        <p:nvPr/>
      </p:nvGrpSpPr>
      <p:grpSpPr>
        <a:xfrm>
          <a:off x="0" y="0"/>
          <a:ext cx="0" cy="0"/>
          <a:chOff x="0" y="0"/>
          <a:chExt cx="0" cy="0"/>
        </a:xfrm>
      </p:grpSpPr>
      <p:sp>
        <p:nvSpPr>
          <p:cNvPr id="95" name="Google Shape;95;p2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96" name="Google Shape;96;p2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514754265"/>
      </p:ext>
    </p:extLst>
  </p:cSld>
  <p:clrMap bg1="lt1" tx1="dk1" bg2="dk2" tx2="lt2" accent1="accent1" accent2="accent2" accent3="accent3" accent4="accent4" accent5="accent5" accent6="accent6" hlink="hlink" folHlink="folHlink"/>
  <p:sldLayoutIdLst>
    <p:sldLayoutId id="2147483682"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image" Target="../media/image7.jpg"/><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3.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diagramLayout" Target="../diagrams/layout13.xml"/><Relationship Id="rId7" Type="http://schemas.openxmlformats.org/officeDocument/2006/relationships/diagramData" Target="../diagrams/data14.xml"/><Relationship Id="rId2" Type="http://schemas.openxmlformats.org/officeDocument/2006/relationships/diagramData" Target="../diagrams/data13.xml"/><Relationship Id="rId1" Type="http://schemas.openxmlformats.org/officeDocument/2006/relationships/slideLayout" Target="../slideLayouts/slideLayout3.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2" Type="http://schemas.openxmlformats.org/officeDocument/2006/relationships/diagramData" Target="../diagrams/data15.xml"/><Relationship Id="rId1" Type="http://schemas.openxmlformats.org/officeDocument/2006/relationships/slideLayout" Target="../slideLayouts/slideLayout3.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3.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19.xml"/><Relationship Id="rId3" Type="http://schemas.openxmlformats.org/officeDocument/2006/relationships/diagramLayout" Target="../diagrams/layout18.xml"/><Relationship Id="rId7" Type="http://schemas.openxmlformats.org/officeDocument/2006/relationships/diagramData" Target="../diagrams/data19.xml"/><Relationship Id="rId2" Type="http://schemas.openxmlformats.org/officeDocument/2006/relationships/diagramData" Target="../diagrams/data18.xml"/><Relationship Id="rId1" Type="http://schemas.openxmlformats.org/officeDocument/2006/relationships/slideLayout" Target="../slideLayouts/slideLayout3.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3.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3.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24.xml"/><Relationship Id="rId3" Type="http://schemas.openxmlformats.org/officeDocument/2006/relationships/diagramLayout" Target="../diagrams/layout23.xml"/><Relationship Id="rId7" Type="http://schemas.openxmlformats.org/officeDocument/2006/relationships/diagramData" Target="../diagrams/data24.xml"/><Relationship Id="rId2" Type="http://schemas.openxmlformats.org/officeDocument/2006/relationships/diagramData" Target="../diagrams/data23.xml"/><Relationship Id="rId1" Type="http://schemas.openxmlformats.org/officeDocument/2006/relationships/slideLayout" Target="../slideLayouts/slideLayout3.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26.xml"/><Relationship Id="rId3" Type="http://schemas.openxmlformats.org/officeDocument/2006/relationships/diagramLayout" Target="../diagrams/layout25.xml"/><Relationship Id="rId7" Type="http://schemas.openxmlformats.org/officeDocument/2006/relationships/diagramData" Target="../diagrams/data26.xml"/><Relationship Id="rId2" Type="http://schemas.openxmlformats.org/officeDocument/2006/relationships/diagramData" Target="../diagrams/data25.xml"/><Relationship Id="rId1" Type="http://schemas.openxmlformats.org/officeDocument/2006/relationships/slideLayout" Target="../slideLayouts/slideLayout3.xml"/><Relationship Id="rId6" Type="http://schemas.microsoft.com/office/2007/relationships/diagramDrawing" Target="../diagrams/drawing25.xml"/><Relationship Id="rId11" Type="http://schemas.microsoft.com/office/2007/relationships/diagramDrawing" Target="../diagrams/drawing26.xml"/><Relationship Id="rId5" Type="http://schemas.openxmlformats.org/officeDocument/2006/relationships/diagramColors" Target="../diagrams/colors25.xml"/><Relationship Id="rId10" Type="http://schemas.openxmlformats.org/officeDocument/2006/relationships/diagramColors" Target="../diagrams/colors26.xml"/><Relationship Id="rId4" Type="http://schemas.openxmlformats.org/officeDocument/2006/relationships/diagramQuickStyle" Target="../diagrams/quickStyle25.xml"/><Relationship Id="rId9" Type="http://schemas.openxmlformats.org/officeDocument/2006/relationships/diagramQuickStyle" Target="../diagrams/quickStyle26.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28.xml"/><Relationship Id="rId3" Type="http://schemas.openxmlformats.org/officeDocument/2006/relationships/diagramLayout" Target="../diagrams/layout27.xml"/><Relationship Id="rId7" Type="http://schemas.openxmlformats.org/officeDocument/2006/relationships/diagramData" Target="../diagrams/data28.xml"/><Relationship Id="rId2" Type="http://schemas.openxmlformats.org/officeDocument/2006/relationships/diagramData" Target="../diagrams/data27.xml"/><Relationship Id="rId1" Type="http://schemas.openxmlformats.org/officeDocument/2006/relationships/slideLayout" Target="../slideLayouts/slideLayout3.xml"/><Relationship Id="rId6" Type="http://schemas.microsoft.com/office/2007/relationships/diagramDrawing" Target="../diagrams/drawing27.xml"/><Relationship Id="rId11" Type="http://schemas.microsoft.com/office/2007/relationships/diagramDrawing" Target="../diagrams/drawing28.xml"/><Relationship Id="rId5" Type="http://schemas.openxmlformats.org/officeDocument/2006/relationships/diagramColors" Target="../diagrams/colors27.xml"/><Relationship Id="rId10" Type="http://schemas.openxmlformats.org/officeDocument/2006/relationships/diagramColors" Target="../diagrams/colors28.xml"/><Relationship Id="rId4" Type="http://schemas.openxmlformats.org/officeDocument/2006/relationships/diagramQuickStyle" Target="../diagrams/quickStyle27.xml"/><Relationship Id="rId9" Type="http://schemas.openxmlformats.org/officeDocument/2006/relationships/diagramQuickStyle" Target="../diagrams/quickStyle28.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3.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s://en.wikipedia.org/wiki/Kardashev_scale" TargetMode="Externa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B212E-E96A-4B03-A315-24039C61CC31}"/>
              </a:ext>
            </a:extLst>
          </p:cNvPr>
          <p:cNvSpPr>
            <a:spLocks noGrp="1"/>
          </p:cNvSpPr>
          <p:nvPr>
            <p:ph type="ctrTitle"/>
          </p:nvPr>
        </p:nvSpPr>
        <p:spPr>
          <a:xfrm>
            <a:off x="960000" y="884418"/>
            <a:ext cx="7179659" cy="3308959"/>
          </a:xfrm>
        </p:spPr>
        <p:txBody>
          <a:bodyPr/>
          <a:lstStyle/>
          <a:p>
            <a:r>
              <a:rPr lang="en-IN" dirty="0"/>
              <a:t>The Future of Mankind !</a:t>
            </a:r>
          </a:p>
        </p:txBody>
      </p:sp>
      <p:sp>
        <p:nvSpPr>
          <p:cNvPr id="3" name="Subtitle 2">
            <a:extLst>
              <a:ext uri="{FF2B5EF4-FFF2-40B4-BE49-F238E27FC236}">
                <a16:creationId xmlns:a16="http://schemas.microsoft.com/office/drawing/2014/main" id="{FCCEAEA1-C5EE-4F01-9CB4-45C0F0C87B9F}"/>
              </a:ext>
            </a:extLst>
          </p:cNvPr>
          <p:cNvSpPr>
            <a:spLocks noGrp="1"/>
          </p:cNvSpPr>
          <p:nvPr>
            <p:ph type="subTitle" idx="1"/>
          </p:nvPr>
        </p:nvSpPr>
        <p:spPr/>
        <p:txBody>
          <a:bodyPr/>
          <a:lstStyle/>
          <a:p>
            <a:pPr algn="r"/>
            <a:r>
              <a:rPr lang="en-IN" sz="2800" b="1" dirty="0"/>
              <a:t>~By</a:t>
            </a:r>
            <a:r>
              <a:rPr lang="en-IN" sz="2800" dirty="0"/>
              <a:t> </a:t>
            </a:r>
            <a:r>
              <a:rPr lang="en-IN" sz="2800" b="1" dirty="0"/>
              <a:t>Kunal</a:t>
            </a:r>
            <a:r>
              <a:rPr lang="en-IN" sz="2800" dirty="0"/>
              <a:t> </a:t>
            </a:r>
            <a:r>
              <a:rPr lang="en-IN" sz="2800" b="1" dirty="0"/>
              <a:t>Chaudhari</a:t>
            </a:r>
          </a:p>
        </p:txBody>
      </p:sp>
    </p:spTree>
    <p:extLst>
      <p:ext uri="{BB962C8B-B14F-4D97-AF65-F5344CB8AC3E}">
        <p14:creationId xmlns:p14="http://schemas.microsoft.com/office/powerpoint/2010/main" val="130078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inVertic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5063F27-79CD-4581-86F3-85A695A52933}"/>
              </a:ext>
            </a:extLst>
          </p:cNvPr>
          <p:cNvGraphicFramePr/>
          <p:nvPr>
            <p:extLst>
              <p:ext uri="{D42A27DB-BD31-4B8C-83A1-F6EECF244321}">
                <p14:modId xmlns:p14="http://schemas.microsoft.com/office/powerpoint/2010/main" val="3936440979"/>
              </p:ext>
            </p:extLst>
          </p:nvPr>
        </p:nvGraphicFramePr>
        <p:xfrm>
          <a:off x="1124892" y="1836436"/>
          <a:ext cx="10272000" cy="455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F74C235B-C5ED-4540-8B44-4F6EF744D913}"/>
              </a:ext>
            </a:extLst>
          </p:cNvPr>
          <p:cNvGraphicFramePr/>
          <p:nvPr>
            <p:extLst>
              <p:ext uri="{D42A27DB-BD31-4B8C-83A1-F6EECF244321}">
                <p14:modId xmlns:p14="http://schemas.microsoft.com/office/powerpoint/2010/main" val="1240005435"/>
              </p:ext>
            </p:extLst>
          </p:nvPr>
        </p:nvGraphicFramePr>
        <p:xfrm>
          <a:off x="960133" y="679767"/>
          <a:ext cx="10272000" cy="763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70712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D8182C2-1D94-40BD-9B15-E5829808CBBB}"/>
              </a:ext>
            </a:extLst>
          </p:cNvPr>
          <p:cNvGraphicFramePr/>
          <p:nvPr>
            <p:extLst>
              <p:ext uri="{D42A27DB-BD31-4B8C-83A1-F6EECF244321}">
                <p14:modId xmlns:p14="http://schemas.microsoft.com/office/powerpoint/2010/main" val="146002840"/>
              </p:ext>
            </p:extLst>
          </p:nvPr>
        </p:nvGraphicFramePr>
        <p:xfrm>
          <a:off x="2293495" y="203922"/>
          <a:ext cx="7120328" cy="1714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3287B83D-0B22-4D23-88D9-16607250DCF8}"/>
              </a:ext>
            </a:extLst>
          </p:cNvPr>
          <p:cNvGraphicFramePr/>
          <p:nvPr>
            <p:extLst>
              <p:ext uri="{D42A27DB-BD31-4B8C-83A1-F6EECF244321}">
                <p14:modId xmlns:p14="http://schemas.microsoft.com/office/powerpoint/2010/main" val="1054554524"/>
              </p:ext>
            </p:extLst>
          </p:nvPr>
        </p:nvGraphicFramePr>
        <p:xfrm>
          <a:off x="794479" y="1918743"/>
          <a:ext cx="10837887" cy="394241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389445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randombar(horizontal)">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Diagram 19">
            <a:extLst>
              <a:ext uri="{FF2B5EF4-FFF2-40B4-BE49-F238E27FC236}">
                <a16:creationId xmlns:a16="http://schemas.microsoft.com/office/drawing/2014/main" id="{52D05072-E5A4-4FC3-9F37-109E71CA20FF}"/>
              </a:ext>
            </a:extLst>
          </p:cNvPr>
          <p:cNvGraphicFramePr/>
          <p:nvPr>
            <p:extLst>
              <p:ext uri="{D42A27DB-BD31-4B8C-83A1-F6EECF244321}">
                <p14:modId xmlns:p14="http://schemas.microsoft.com/office/powerpoint/2010/main" val="2847014476"/>
              </p:ext>
            </p:extLst>
          </p:nvPr>
        </p:nvGraphicFramePr>
        <p:xfrm>
          <a:off x="1006840" y="644022"/>
          <a:ext cx="9906001" cy="15745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9" name="Diagram 18">
            <a:extLst>
              <a:ext uri="{FF2B5EF4-FFF2-40B4-BE49-F238E27FC236}">
                <a16:creationId xmlns:a16="http://schemas.microsoft.com/office/drawing/2014/main" id="{F2387573-C073-44B7-ADA2-C11997008A46}"/>
              </a:ext>
            </a:extLst>
          </p:cNvPr>
          <p:cNvGraphicFramePr/>
          <p:nvPr>
            <p:extLst>
              <p:ext uri="{D42A27DB-BD31-4B8C-83A1-F6EECF244321}">
                <p14:modId xmlns:p14="http://schemas.microsoft.com/office/powerpoint/2010/main" val="69818993"/>
              </p:ext>
            </p:extLst>
          </p:nvPr>
        </p:nvGraphicFramePr>
        <p:xfrm>
          <a:off x="347271" y="2657100"/>
          <a:ext cx="11497455" cy="405849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2" name="Picture 21">
            <a:extLst>
              <a:ext uri="{FF2B5EF4-FFF2-40B4-BE49-F238E27FC236}">
                <a16:creationId xmlns:a16="http://schemas.microsoft.com/office/drawing/2014/main" id="{19EAD406-6661-4C2A-A98C-A1275665562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59777" y="644022"/>
            <a:ext cx="2488367" cy="1574523"/>
          </a:xfrm>
          <a:prstGeom prst="rect">
            <a:avLst/>
          </a:prstGeom>
        </p:spPr>
      </p:pic>
    </p:spTree>
    <p:extLst>
      <p:ext uri="{BB962C8B-B14F-4D97-AF65-F5344CB8AC3E}">
        <p14:creationId xmlns:p14="http://schemas.microsoft.com/office/powerpoint/2010/main" val="38767893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anim calcmode="lin" valueType="num">
                                      <p:cBhvr>
                                        <p:cTn id="8" dur="2000" fill="hold"/>
                                        <p:tgtEl>
                                          <p:spTgt spid="20"/>
                                        </p:tgtEl>
                                        <p:attrNameLst>
                                          <p:attrName>ppt_w</p:attrName>
                                        </p:attrNameLst>
                                      </p:cBhvr>
                                      <p:tavLst>
                                        <p:tav tm="0" fmla="#ppt_w*sin(2.5*pi*$)">
                                          <p:val>
                                            <p:fltVal val="0"/>
                                          </p:val>
                                        </p:tav>
                                        <p:tav tm="100000">
                                          <p:val>
                                            <p:fltVal val="1"/>
                                          </p:val>
                                        </p:tav>
                                      </p:tavLst>
                                    </p:anim>
                                    <p:anim calcmode="lin" valueType="num">
                                      <p:cBhvr>
                                        <p:cTn id="9" dur="20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p:cTn id="14" dur="500" fill="hold"/>
                                        <p:tgtEl>
                                          <p:spTgt spid="19"/>
                                        </p:tgtEl>
                                        <p:attrNameLst>
                                          <p:attrName>ppt_w</p:attrName>
                                        </p:attrNameLst>
                                      </p:cBhvr>
                                      <p:tavLst>
                                        <p:tav tm="0">
                                          <p:val>
                                            <p:fltVal val="0"/>
                                          </p:val>
                                        </p:tav>
                                        <p:tav tm="100000">
                                          <p:val>
                                            <p:strVal val="#ppt_w"/>
                                          </p:val>
                                        </p:tav>
                                      </p:tavLst>
                                    </p:anim>
                                    <p:anim calcmode="lin" valueType="num">
                                      <p:cBhvr>
                                        <p:cTn id="15" dur="500" fill="hold"/>
                                        <p:tgtEl>
                                          <p:spTgt spid="19"/>
                                        </p:tgtEl>
                                        <p:attrNameLst>
                                          <p:attrName>ppt_h</p:attrName>
                                        </p:attrNameLst>
                                      </p:cBhvr>
                                      <p:tavLst>
                                        <p:tav tm="0">
                                          <p:val>
                                            <p:fltVal val="0"/>
                                          </p:val>
                                        </p:tav>
                                        <p:tav tm="100000">
                                          <p:val>
                                            <p:strVal val="#ppt_h"/>
                                          </p:val>
                                        </p:tav>
                                      </p:tavLst>
                                    </p:anim>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circle(in)">
                                      <p:cBhvr>
                                        <p:cTn id="2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p:bldAsOne/>
      </p:bldGraphic>
      <p:bldGraphic spid="19"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8456291D-238A-4578-B413-D742E0B7D9B6}"/>
              </a:ext>
            </a:extLst>
          </p:cNvPr>
          <p:cNvGraphicFramePr/>
          <p:nvPr>
            <p:extLst>
              <p:ext uri="{D42A27DB-BD31-4B8C-83A1-F6EECF244321}">
                <p14:modId xmlns:p14="http://schemas.microsoft.com/office/powerpoint/2010/main" val="1171057666"/>
              </p:ext>
            </p:extLst>
          </p:nvPr>
        </p:nvGraphicFramePr>
        <p:xfrm>
          <a:off x="960000" y="1536633"/>
          <a:ext cx="10272000" cy="455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4" name="Diagram 13">
            <a:extLst>
              <a:ext uri="{FF2B5EF4-FFF2-40B4-BE49-F238E27FC236}">
                <a16:creationId xmlns:a16="http://schemas.microsoft.com/office/drawing/2014/main" id="{B94FA08C-C670-4B47-898D-EAE0EFCA7E40}"/>
              </a:ext>
            </a:extLst>
          </p:cNvPr>
          <p:cNvGraphicFramePr/>
          <p:nvPr>
            <p:extLst>
              <p:ext uri="{D42A27DB-BD31-4B8C-83A1-F6EECF244321}">
                <p14:modId xmlns:p14="http://schemas.microsoft.com/office/powerpoint/2010/main" val="2479668195"/>
              </p:ext>
            </p:extLst>
          </p:nvPr>
        </p:nvGraphicFramePr>
        <p:xfrm>
          <a:off x="960133" y="679767"/>
          <a:ext cx="10272000" cy="763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435819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fltVal val="0"/>
                                          </p:val>
                                        </p:tav>
                                        <p:tav tm="100000">
                                          <p:val>
                                            <p:strVal val="#ppt_w"/>
                                          </p:val>
                                        </p:tav>
                                      </p:tavLst>
                                    </p:anim>
                                    <p:anim calcmode="lin" valueType="num">
                                      <p:cBhvr>
                                        <p:cTn id="8" dur="1000" fill="hold"/>
                                        <p:tgtEl>
                                          <p:spTgt spid="14"/>
                                        </p:tgtEl>
                                        <p:attrNameLst>
                                          <p:attrName>ppt_h</p:attrName>
                                        </p:attrNameLst>
                                      </p:cBhvr>
                                      <p:tavLst>
                                        <p:tav tm="0">
                                          <p:val>
                                            <p:fltVal val="0"/>
                                          </p:val>
                                        </p:tav>
                                        <p:tav tm="100000">
                                          <p:val>
                                            <p:strVal val="#ppt_h"/>
                                          </p:val>
                                        </p:tav>
                                      </p:tavLst>
                                    </p:anim>
                                    <p:anim calcmode="lin" valueType="num">
                                      <p:cBhvr>
                                        <p:cTn id="9" dur="1000" fill="hold"/>
                                        <p:tgtEl>
                                          <p:spTgt spid="14"/>
                                        </p:tgtEl>
                                        <p:attrNameLst>
                                          <p:attrName>style.rotation</p:attrName>
                                        </p:attrNameLst>
                                      </p:cBhvr>
                                      <p:tavLst>
                                        <p:tav tm="0">
                                          <p:val>
                                            <p:fltVal val="90"/>
                                          </p:val>
                                        </p:tav>
                                        <p:tav tm="100000">
                                          <p:val>
                                            <p:fltVal val="0"/>
                                          </p:val>
                                        </p:tav>
                                      </p:tavLst>
                                    </p:anim>
                                    <p:animEffect transition="in" filter="fade">
                                      <p:cBhvr>
                                        <p:cTn id="10" dur="10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14"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CF0411-6143-4366-A31A-DA7AEFE3E266}"/>
              </a:ext>
            </a:extLst>
          </p:cNvPr>
          <p:cNvSpPr>
            <a:spLocks noGrp="1"/>
          </p:cNvSpPr>
          <p:nvPr>
            <p:ph type="title"/>
          </p:nvPr>
        </p:nvSpPr>
        <p:spPr>
          <a:xfrm>
            <a:off x="2783173" y="32010"/>
            <a:ext cx="6625653" cy="1798819"/>
          </a:xfrm>
        </p:spPr>
        <p:txBody>
          <a:bodyPr/>
          <a:lstStyle/>
          <a:p>
            <a:r>
              <a:rPr lang="en-IN" sz="6600" i="1" dirty="0"/>
              <a:t>Type 1 Civilization</a:t>
            </a:r>
          </a:p>
        </p:txBody>
      </p:sp>
      <p:pic>
        <p:nvPicPr>
          <p:cNvPr id="23" name="Picture 22">
            <a:extLst>
              <a:ext uri="{FF2B5EF4-FFF2-40B4-BE49-F238E27FC236}">
                <a16:creationId xmlns:a16="http://schemas.microsoft.com/office/drawing/2014/main" id="{EA9CF95F-F411-46FC-8FBC-8431A3240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217" y="1830829"/>
            <a:ext cx="5616783" cy="4562475"/>
          </a:xfrm>
          <a:prstGeom prst="rect">
            <a:avLst/>
          </a:prstGeom>
        </p:spPr>
      </p:pic>
      <p:pic>
        <p:nvPicPr>
          <p:cNvPr id="25" name="Picture 24">
            <a:extLst>
              <a:ext uri="{FF2B5EF4-FFF2-40B4-BE49-F238E27FC236}">
                <a16:creationId xmlns:a16="http://schemas.microsoft.com/office/drawing/2014/main" id="{7081A521-CEB9-4829-8F96-E6313D10C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0319" y="1830830"/>
            <a:ext cx="5616783" cy="4562475"/>
          </a:xfrm>
          <a:prstGeom prst="rect">
            <a:avLst/>
          </a:prstGeom>
        </p:spPr>
      </p:pic>
    </p:spTree>
    <p:extLst>
      <p:ext uri="{BB962C8B-B14F-4D97-AF65-F5344CB8AC3E}">
        <p14:creationId xmlns:p14="http://schemas.microsoft.com/office/powerpoint/2010/main" val="342540244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circle(in)">
                                      <p:cBhvr>
                                        <p:cTn id="12" dur="20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circle(in)">
                                      <p:cBhvr>
                                        <p:cTn id="17"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7276DEC-0836-44AD-9211-530FA5BED7E1}"/>
              </a:ext>
            </a:extLst>
          </p:cNvPr>
          <p:cNvGraphicFramePr/>
          <p:nvPr>
            <p:extLst>
              <p:ext uri="{D42A27DB-BD31-4B8C-83A1-F6EECF244321}">
                <p14:modId xmlns:p14="http://schemas.microsoft.com/office/powerpoint/2010/main" val="1273290346"/>
              </p:ext>
            </p:extLst>
          </p:nvPr>
        </p:nvGraphicFramePr>
        <p:xfrm>
          <a:off x="960000" y="1536633"/>
          <a:ext cx="10272000" cy="493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43E78149-BC34-45D6-BB4A-30152A1E5DBB}"/>
              </a:ext>
            </a:extLst>
          </p:cNvPr>
          <p:cNvGraphicFramePr/>
          <p:nvPr>
            <p:extLst>
              <p:ext uri="{D42A27DB-BD31-4B8C-83A1-F6EECF244321}">
                <p14:modId xmlns:p14="http://schemas.microsoft.com/office/powerpoint/2010/main" val="903516204"/>
              </p:ext>
            </p:extLst>
          </p:nvPr>
        </p:nvGraphicFramePr>
        <p:xfrm>
          <a:off x="960000" y="384367"/>
          <a:ext cx="10272000" cy="100971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6698630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6" dur="2000" fill="hold"/>
                                        <p:tgtEl>
                                          <p:spTgt spid="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4"/>
                                        </p:tgtEl>
                                      </p:cBhvr>
                                    </p:animEffect>
                                    <p:animScale>
                                      <p:cBhvr>
                                        <p:cTn id="11"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0C59A-3B2D-4D00-955A-3F591BAF3CAB}"/>
              </a:ext>
            </a:extLst>
          </p:cNvPr>
          <p:cNvSpPr>
            <a:spLocks noGrp="1"/>
          </p:cNvSpPr>
          <p:nvPr>
            <p:ph type="title"/>
          </p:nvPr>
        </p:nvSpPr>
        <p:spPr>
          <a:xfrm>
            <a:off x="960000" y="409944"/>
            <a:ext cx="10272000" cy="763600"/>
          </a:xfrm>
        </p:spPr>
        <p:txBody>
          <a:bodyPr/>
          <a:lstStyle/>
          <a:p>
            <a:r>
              <a:rPr lang="en-IN" sz="4800" b="1" i="1" dirty="0">
                <a:solidFill>
                  <a:schemeClr val="accent4"/>
                </a:solidFill>
              </a:rPr>
              <a:t>Type 2 Civilization</a:t>
            </a:r>
            <a:br>
              <a:rPr lang="en-IN" sz="4000" dirty="0">
                <a:solidFill>
                  <a:schemeClr val="accent4"/>
                </a:solidFill>
              </a:rPr>
            </a:br>
            <a:endParaRPr lang="en-IN" dirty="0"/>
          </a:p>
        </p:txBody>
      </p:sp>
      <p:pic>
        <p:nvPicPr>
          <p:cNvPr id="4" name="Picture 3">
            <a:extLst>
              <a:ext uri="{FF2B5EF4-FFF2-40B4-BE49-F238E27FC236}">
                <a16:creationId xmlns:a16="http://schemas.microsoft.com/office/drawing/2014/main" id="{BC626452-F020-43F7-8D35-BCD820D35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813" y="1615758"/>
            <a:ext cx="5666282" cy="4562475"/>
          </a:xfrm>
          <a:prstGeom prst="rect">
            <a:avLst/>
          </a:prstGeom>
        </p:spPr>
      </p:pic>
      <p:pic>
        <p:nvPicPr>
          <p:cNvPr id="6" name="Picture 5">
            <a:extLst>
              <a:ext uri="{FF2B5EF4-FFF2-40B4-BE49-F238E27FC236}">
                <a16:creationId xmlns:a16="http://schemas.microsoft.com/office/drawing/2014/main" id="{3B8B7323-BE77-4031-89FC-6157C9CE9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5284" y="1615758"/>
            <a:ext cx="5431903" cy="4680111"/>
          </a:xfrm>
          <a:prstGeom prst="rect">
            <a:avLst/>
          </a:prstGeom>
        </p:spPr>
      </p:pic>
    </p:spTree>
    <p:extLst>
      <p:ext uri="{BB962C8B-B14F-4D97-AF65-F5344CB8AC3E}">
        <p14:creationId xmlns:p14="http://schemas.microsoft.com/office/powerpoint/2010/main" val="22643251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Rot by="120000">
                                      <p:cBhvr>
                                        <p:cTn id="11" dur="100" fill="hold">
                                          <p:stCondLst>
                                            <p:cond delay="0"/>
                                          </p:stCondLst>
                                        </p:cTn>
                                        <p:tgtEl>
                                          <p:spTgt spid="4"/>
                                        </p:tgtEl>
                                        <p:attrNameLst>
                                          <p:attrName>r</p:attrName>
                                        </p:attrNameLst>
                                      </p:cBhvr>
                                    </p:animRot>
                                    <p:animRot by="-240000">
                                      <p:cBhvr>
                                        <p:cTn id="12" dur="200" fill="hold">
                                          <p:stCondLst>
                                            <p:cond delay="200"/>
                                          </p:stCondLst>
                                        </p:cTn>
                                        <p:tgtEl>
                                          <p:spTgt spid="4"/>
                                        </p:tgtEl>
                                        <p:attrNameLst>
                                          <p:attrName>r</p:attrName>
                                        </p:attrNameLst>
                                      </p:cBhvr>
                                    </p:animRot>
                                    <p:animRot by="240000">
                                      <p:cBhvr>
                                        <p:cTn id="13" dur="200" fill="hold">
                                          <p:stCondLst>
                                            <p:cond delay="400"/>
                                          </p:stCondLst>
                                        </p:cTn>
                                        <p:tgtEl>
                                          <p:spTgt spid="4"/>
                                        </p:tgtEl>
                                        <p:attrNameLst>
                                          <p:attrName>r</p:attrName>
                                        </p:attrNameLst>
                                      </p:cBhvr>
                                    </p:animRot>
                                    <p:animRot by="-240000">
                                      <p:cBhvr>
                                        <p:cTn id="14" dur="200" fill="hold">
                                          <p:stCondLst>
                                            <p:cond delay="600"/>
                                          </p:stCondLst>
                                        </p:cTn>
                                        <p:tgtEl>
                                          <p:spTgt spid="4"/>
                                        </p:tgtEl>
                                        <p:attrNameLst>
                                          <p:attrName>r</p:attrName>
                                        </p:attrNameLst>
                                      </p:cBhvr>
                                    </p:animRot>
                                    <p:animRot by="120000">
                                      <p:cBhvr>
                                        <p:cTn id="15" dur="200" fill="hold">
                                          <p:stCondLst>
                                            <p:cond delay="800"/>
                                          </p:stCondLst>
                                        </p:cTn>
                                        <p:tgtEl>
                                          <p:spTgt spid="4"/>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32" presetClass="emph" presetSubtype="0" fill="hold" nodeType="clickEffect">
                                  <p:stCondLst>
                                    <p:cond delay="0"/>
                                  </p:stCondLst>
                                  <p:childTnLst>
                                    <p:animRot by="120000">
                                      <p:cBhvr>
                                        <p:cTn id="19" dur="100" fill="hold">
                                          <p:stCondLst>
                                            <p:cond delay="0"/>
                                          </p:stCondLst>
                                        </p:cTn>
                                        <p:tgtEl>
                                          <p:spTgt spid="6"/>
                                        </p:tgtEl>
                                        <p:attrNameLst>
                                          <p:attrName>r</p:attrName>
                                        </p:attrNameLst>
                                      </p:cBhvr>
                                    </p:animRot>
                                    <p:animRot by="-240000">
                                      <p:cBhvr>
                                        <p:cTn id="20" dur="200" fill="hold">
                                          <p:stCondLst>
                                            <p:cond delay="200"/>
                                          </p:stCondLst>
                                        </p:cTn>
                                        <p:tgtEl>
                                          <p:spTgt spid="6"/>
                                        </p:tgtEl>
                                        <p:attrNameLst>
                                          <p:attrName>r</p:attrName>
                                        </p:attrNameLst>
                                      </p:cBhvr>
                                    </p:animRot>
                                    <p:animRot by="240000">
                                      <p:cBhvr>
                                        <p:cTn id="21" dur="200" fill="hold">
                                          <p:stCondLst>
                                            <p:cond delay="400"/>
                                          </p:stCondLst>
                                        </p:cTn>
                                        <p:tgtEl>
                                          <p:spTgt spid="6"/>
                                        </p:tgtEl>
                                        <p:attrNameLst>
                                          <p:attrName>r</p:attrName>
                                        </p:attrNameLst>
                                      </p:cBhvr>
                                    </p:animRot>
                                    <p:animRot by="-240000">
                                      <p:cBhvr>
                                        <p:cTn id="22" dur="200" fill="hold">
                                          <p:stCondLst>
                                            <p:cond delay="600"/>
                                          </p:stCondLst>
                                        </p:cTn>
                                        <p:tgtEl>
                                          <p:spTgt spid="6"/>
                                        </p:tgtEl>
                                        <p:attrNameLst>
                                          <p:attrName>r</p:attrName>
                                        </p:attrNameLst>
                                      </p:cBhvr>
                                    </p:animRot>
                                    <p:animRot by="120000">
                                      <p:cBhvr>
                                        <p:cTn id="23" dur="200" fill="hold">
                                          <p:stCondLst>
                                            <p:cond delay="800"/>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954D2CA-2F80-431B-ACDF-86ADA72428E3}"/>
              </a:ext>
            </a:extLst>
          </p:cNvPr>
          <p:cNvGraphicFramePr/>
          <p:nvPr>
            <p:extLst>
              <p:ext uri="{D42A27DB-BD31-4B8C-83A1-F6EECF244321}">
                <p14:modId xmlns:p14="http://schemas.microsoft.com/office/powerpoint/2010/main" val="1441066827"/>
              </p:ext>
            </p:extLst>
          </p:nvPr>
        </p:nvGraphicFramePr>
        <p:xfrm>
          <a:off x="959867" y="1838105"/>
          <a:ext cx="10272000" cy="455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CE905193-81D8-4C12-BB2C-6365C2C779F2}"/>
              </a:ext>
            </a:extLst>
          </p:cNvPr>
          <p:cNvGraphicFramePr/>
          <p:nvPr>
            <p:extLst>
              <p:ext uri="{D42A27DB-BD31-4B8C-83A1-F6EECF244321}">
                <p14:modId xmlns:p14="http://schemas.microsoft.com/office/powerpoint/2010/main" val="3630202907"/>
              </p:ext>
            </p:extLst>
          </p:nvPr>
        </p:nvGraphicFramePr>
        <p:xfrm>
          <a:off x="960133" y="464695"/>
          <a:ext cx="10272000" cy="122919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527616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8D472-A87F-452C-9350-72A04F624512}"/>
              </a:ext>
            </a:extLst>
          </p:cNvPr>
          <p:cNvSpPr>
            <a:spLocks noGrp="1"/>
          </p:cNvSpPr>
          <p:nvPr>
            <p:ph type="title"/>
          </p:nvPr>
        </p:nvSpPr>
        <p:spPr>
          <a:xfrm>
            <a:off x="960000" y="537364"/>
            <a:ext cx="10272000" cy="763600"/>
          </a:xfrm>
        </p:spPr>
        <p:txBody>
          <a:bodyPr/>
          <a:lstStyle/>
          <a:p>
            <a:r>
              <a:rPr lang="en-IN" sz="4400" b="1" i="1" dirty="0">
                <a:solidFill>
                  <a:schemeClr val="accent4"/>
                </a:solidFill>
              </a:rPr>
              <a:t>Type 3 Civilization</a:t>
            </a:r>
            <a:br>
              <a:rPr lang="en-IN" sz="4400" i="1" dirty="0">
                <a:solidFill>
                  <a:schemeClr val="accent4"/>
                </a:solidFill>
              </a:rPr>
            </a:br>
            <a:endParaRPr lang="en-IN" sz="4400" i="1" dirty="0"/>
          </a:p>
        </p:txBody>
      </p:sp>
      <p:pic>
        <p:nvPicPr>
          <p:cNvPr id="4" name="Picture 3">
            <a:extLst>
              <a:ext uri="{FF2B5EF4-FFF2-40B4-BE49-F238E27FC236}">
                <a16:creationId xmlns:a16="http://schemas.microsoft.com/office/drawing/2014/main" id="{0396A614-67C1-43A5-8130-E5C2FF170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618" y="1615758"/>
            <a:ext cx="5351489" cy="4704878"/>
          </a:xfrm>
          <a:prstGeom prst="rect">
            <a:avLst/>
          </a:prstGeom>
        </p:spPr>
      </p:pic>
      <p:pic>
        <p:nvPicPr>
          <p:cNvPr id="6" name="Picture 5">
            <a:extLst>
              <a:ext uri="{FF2B5EF4-FFF2-40B4-BE49-F238E27FC236}">
                <a16:creationId xmlns:a16="http://schemas.microsoft.com/office/drawing/2014/main" id="{04941848-3CB7-4A67-8CDF-A7CE3FBE00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0819" y="1615758"/>
            <a:ext cx="5351489" cy="4704878"/>
          </a:xfrm>
          <a:prstGeom prst="rect">
            <a:avLst/>
          </a:prstGeom>
        </p:spPr>
      </p:pic>
    </p:spTree>
    <p:extLst>
      <p:ext uri="{BB962C8B-B14F-4D97-AF65-F5344CB8AC3E}">
        <p14:creationId xmlns:p14="http://schemas.microsoft.com/office/powerpoint/2010/main" val="286006557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DECCFA2-4E03-40A6-8A5E-2249D47049EC}"/>
              </a:ext>
            </a:extLst>
          </p:cNvPr>
          <p:cNvGraphicFramePr/>
          <p:nvPr>
            <p:extLst>
              <p:ext uri="{D42A27DB-BD31-4B8C-83A1-F6EECF244321}">
                <p14:modId xmlns:p14="http://schemas.microsoft.com/office/powerpoint/2010/main" val="2166485962"/>
              </p:ext>
            </p:extLst>
          </p:nvPr>
        </p:nvGraphicFramePr>
        <p:xfrm>
          <a:off x="960000" y="1948721"/>
          <a:ext cx="10272000" cy="43471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CD48BC60-D766-43CC-8F25-9A14AE488605}"/>
              </a:ext>
            </a:extLst>
          </p:cNvPr>
          <p:cNvGraphicFramePr/>
          <p:nvPr>
            <p:extLst>
              <p:ext uri="{D42A27DB-BD31-4B8C-83A1-F6EECF244321}">
                <p14:modId xmlns:p14="http://schemas.microsoft.com/office/powerpoint/2010/main" val="464249102"/>
              </p:ext>
            </p:extLst>
          </p:nvPr>
        </p:nvGraphicFramePr>
        <p:xfrm>
          <a:off x="1573967" y="694759"/>
          <a:ext cx="8619343" cy="9841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263098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4E488B-196F-4294-827E-742AC8E830D1}"/>
              </a:ext>
            </a:extLst>
          </p:cNvPr>
          <p:cNvSpPr>
            <a:spLocks noGrp="1"/>
          </p:cNvSpPr>
          <p:nvPr>
            <p:ph type="title"/>
          </p:nvPr>
        </p:nvSpPr>
        <p:spPr>
          <a:xfrm>
            <a:off x="5096656" y="1538046"/>
            <a:ext cx="5936104" cy="3032400"/>
          </a:xfrm>
        </p:spPr>
        <p:txBody>
          <a:bodyPr/>
          <a:lstStyle/>
          <a:p>
            <a:r>
              <a:rPr lang="en-IN" dirty="0"/>
              <a:t>Energy development</a:t>
            </a:r>
          </a:p>
        </p:txBody>
      </p:sp>
    </p:spTree>
    <p:extLst>
      <p:ext uri="{BB962C8B-B14F-4D97-AF65-F5344CB8AC3E}">
        <p14:creationId xmlns:p14="http://schemas.microsoft.com/office/powerpoint/2010/main" val="38900025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16F0EDF-6DE7-4E4A-A9FB-D4A0091E136A}"/>
              </a:ext>
            </a:extLst>
          </p:cNvPr>
          <p:cNvGraphicFramePr/>
          <p:nvPr>
            <p:extLst>
              <p:ext uri="{D42A27DB-BD31-4B8C-83A1-F6EECF244321}">
                <p14:modId xmlns:p14="http://schemas.microsoft.com/office/powerpoint/2010/main" val="1123239213"/>
              </p:ext>
            </p:extLst>
          </p:nvPr>
        </p:nvGraphicFramePr>
        <p:xfrm>
          <a:off x="0" y="1783831"/>
          <a:ext cx="12192000" cy="49740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5A73F573-6F82-4E8C-97A8-B5DE26C92AD3}"/>
              </a:ext>
            </a:extLst>
          </p:cNvPr>
          <p:cNvGraphicFramePr/>
          <p:nvPr>
            <p:extLst>
              <p:ext uri="{D42A27DB-BD31-4B8C-83A1-F6EECF244321}">
                <p14:modId xmlns:p14="http://schemas.microsoft.com/office/powerpoint/2010/main" val="2008180845"/>
              </p:ext>
            </p:extLst>
          </p:nvPr>
        </p:nvGraphicFramePr>
        <p:xfrm>
          <a:off x="960000" y="324995"/>
          <a:ext cx="10272000" cy="110656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999921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55EE9B4-318C-4F52-910B-5DDF7FAD38C2}"/>
              </a:ext>
            </a:extLst>
          </p:cNvPr>
          <p:cNvGraphicFramePr/>
          <p:nvPr>
            <p:extLst>
              <p:ext uri="{D42A27DB-BD31-4B8C-83A1-F6EECF244321}">
                <p14:modId xmlns:p14="http://schemas.microsoft.com/office/powerpoint/2010/main" val="2901909430"/>
              </p:ext>
            </p:extLst>
          </p:nvPr>
        </p:nvGraphicFramePr>
        <p:xfrm>
          <a:off x="960000" y="584616"/>
          <a:ext cx="10272000" cy="58611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30584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9331CE6-CF67-4CE8-8BE9-CC657E893B1E}"/>
              </a:ext>
            </a:extLst>
          </p:cNvPr>
          <p:cNvGraphicFramePr/>
          <p:nvPr>
            <p:extLst>
              <p:ext uri="{D42A27DB-BD31-4B8C-83A1-F6EECF244321}">
                <p14:modId xmlns:p14="http://schemas.microsoft.com/office/powerpoint/2010/main" val="2009927894"/>
              </p:ext>
            </p:extLst>
          </p:nvPr>
        </p:nvGraphicFramePr>
        <p:xfrm>
          <a:off x="960000" y="1536633"/>
          <a:ext cx="10272000" cy="455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8C5A6898-FC95-491E-8B80-A72A5099EA1E}"/>
              </a:ext>
            </a:extLst>
          </p:cNvPr>
          <p:cNvGraphicFramePr/>
          <p:nvPr>
            <p:extLst>
              <p:ext uri="{D42A27DB-BD31-4B8C-83A1-F6EECF244321}">
                <p14:modId xmlns:p14="http://schemas.microsoft.com/office/powerpoint/2010/main" val="2396627337"/>
              </p:ext>
            </p:extLst>
          </p:nvPr>
        </p:nvGraphicFramePr>
        <p:xfrm>
          <a:off x="960000" y="292449"/>
          <a:ext cx="10272000" cy="124418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446042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2000"/>
                                        <p:tgtEl>
                                          <p:spTgt spid="4"/>
                                        </p:tgtEl>
                                      </p:cBhvr>
                                    </p:animEffect>
                                    <p:anim calcmode="lin" valueType="num">
                                      <p:cBhvr>
                                        <p:cTn id="26" dur="2000" fill="hold"/>
                                        <p:tgtEl>
                                          <p:spTgt spid="4"/>
                                        </p:tgtEl>
                                        <p:attrNameLst>
                                          <p:attrName>ppt_w</p:attrName>
                                        </p:attrNameLst>
                                      </p:cBhvr>
                                      <p:tavLst>
                                        <p:tav tm="0" fmla="#ppt_w*sin(2.5*pi*$)">
                                          <p:val>
                                            <p:fltVal val="0"/>
                                          </p:val>
                                        </p:tav>
                                        <p:tav tm="100000">
                                          <p:val>
                                            <p:fltVal val="1"/>
                                          </p:val>
                                        </p:tav>
                                      </p:tavLst>
                                    </p:anim>
                                    <p:anim calcmode="lin" valueType="num">
                                      <p:cBhvr>
                                        <p:cTn id="27"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BA022D0-9EAC-4876-B84D-D062049C7851}"/>
              </a:ext>
            </a:extLst>
          </p:cNvPr>
          <p:cNvGraphicFramePr/>
          <p:nvPr>
            <p:extLst>
              <p:ext uri="{D42A27DB-BD31-4B8C-83A1-F6EECF244321}">
                <p14:modId xmlns:p14="http://schemas.microsoft.com/office/powerpoint/2010/main" val="1962275906"/>
              </p:ext>
            </p:extLst>
          </p:nvPr>
        </p:nvGraphicFramePr>
        <p:xfrm>
          <a:off x="960000" y="1536633"/>
          <a:ext cx="10272000" cy="455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46240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1852F6A-4B11-41FA-8C7B-2CD9D09467C3}"/>
              </a:ext>
            </a:extLst>
          </p:cNvPr>
          <p:cNvGraphicFramePr/>
          <p:nvPr>
            <p:extLst>
              <p:ext uri="{D42A27DB-BD31-4B8C-83A1-F6EECF244321}">
                <p14:modId xmlns:p14="http://schemas.microsoft.com/office/powerpoint/2010/main" val="2727377987"/>
              </p:ext>
            </p:extLst>
          </p:nvPr>
        </p:nvGraphicFramePr>
        <p:xfrm>
          <a:off x="960000" y="1536633"/>
          <a:ext cx="10272000" cy="455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E95527A7-B2B5-4D07-A3F7-25754581E2EE}"/>
              </a:ext>
            </a:extLst>
          </p:cNvPr>
          <p:cNvGraphicFramePr/>
          <p:nvPr>
            <p:extLst>
              <p:ext uri="{D42A27DB-BD31-4B8C-83A1-F6EECF244321}">
                <p14:modId xmlns:p14="http://schemas.microsoft.com/office/powerpoint/2010/main" val="3750185133"/>
              </p:ext>
            </p:extLst>
          </p:nvPr>
        </p:nvGraphicFramePr>
        <p:xfrm>
          <a:off x="960133" y="679767"/>
          <a:ext cx="10272000" cy="763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33820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5E2D0-F53D-4175-8666-6C372E1F4ECE}"/>
              </a:ext>
            </a:extLst>
          </p:cNvPr>
          <p:cNvSpPr>
            <a:spLocks noGrp="1"/>
          </p:cNvSpPr>
          <p:nvPr>
            <p:ph type="title"/>
          </p:nvPr>
        </p:nvSpPr>
        <p:spPr/>
        <p:txBody>
          <a:bodyPr/>
          <a:lstStyle/>
          <a:p>
            <a:r>
              <a:rPr lang="en-IN" sz="4000" dirty="0"/>
              <a:t>So now you’ll must be thinking that “where is the evidence?”</a:t>
            </a:r>
            <a:br>
              <a:rPr lang="en-IN" sz="4000" dirty="0"/>
            </a:br>
            <a:r>
              <a:rPr lang="en-IN" sz="4000" dirty="0"/>
              <a:t>Right </a:t>
            </a:r>
            <a:br>
              <a:rPr lang="en-IN" sz="4000" dirty="0"/>
            </a:br>
            <a:r>
              <a:rPr lang="en-IN" sz="4000" dirty="0"/>
              <a:t>Now see the Evidence!</a:t>
            </a:r>
          </a:p>
        </p:txBody>
      </p:sp>
    </p:spTree>
    <p:extLst>
      <p:ext uri="{BB962C8B-B14F-4D97-AF65-F5344CB8AC3E}">
        <p14:creationId xmlns:p14="http://schemas.microsoft.com/office/powerpoint/2010/main" val="13068402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9EC1F-1DF8-46AF-882D-37E562C716AC}"/>
              </a:ext>
            </a:extLst>
          </p:cNvPr>
          <p:cNvSpPr>
            <a:spLocks noGrp="1"/>
          </p:cNvSpPr>
          <p:nvPr>
            <p:ph type="title"/>
          </p:nvPr>
        </p:nvSpPr>
        <p:spPr>
          <a:xfrm>
            <a:off x="5711252" y="1912800"/>
            <a:ext cx="5201587" cy="3032400"/>
          </a:xfrm>
        </p:spPr>
        <p:txBody>
          <a:bodyPr/>
          <a:lstStyle/>
          <a:p>
            <a:r>
              <a:rPr lang="en-IN" dirty="0"/>
              <a:t>Observational    evidence</a:t>
            </a:r>
          </a:p>
        </p:txBody>
      </p:sp>
    </p:spTree>
    <p:extLst>
      <p:ext uri="{BB962C8B-B14F-4D97-AF65-F5344CB8AC3E}">
        <p14:creationId xmlns:p14="http://schemas.microsoft.com/office/powerpoint/2010/main" val="2576855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887F6E1C-50AE-4CAF-A74A-22AA68DD5902}"/>
              </a:ext>
            </a:extLst>
          </p:cNvPr>
          <p:cNvGraphicFramePr/>
          <p:nvPr>
            <p:extLst>
              <p:ext uri="{D42A27DB-BD31-4B8C-83A1-F6EECF244321}">
                <p14:modId xmlns:p14="http://schemas.microsoft.com/office/powerpoint/2010/main" val="2054764259"/>
              </p:ext>
            </p:extLst>
          </p:nvPr>
        </p:nvGraphicFramePr>
        <p:xfrm>
          <a:off x="960000" y="1536633"/>
          <a:ext cx="10272000" cy="4555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26146D9F-67F1-41F2-B598-2A3E266C4452}"/>
              </a:ext>
            </a:extLst>
          </p:cNvPr>
          <p:cNvGraphicFramePr/>
          <p:nvPr>
            <p:extLst>
              <p:ext uri="{D42A27DB-BD31-4B8C-83A1-F6EECF244321}">
                <p14:modId xmlns:p14="http://schemas.microsoft.com/office/powerpoint/2010/main" val="3013027308"/>
              </p:ext>
            </p:extLst>
          </p:nvPr>
        </p:nvGraphicFramePr>
        <p:xfrm>
          <a:off x="960133" y="679767"/>
          <a:ext cx="10272000" cy="763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037206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80">
                                          <p:stCondLst>
                                            <p:cond delay="0"/>
                                          </p:stCondLst>
                                        </p:cTn>
                                        <p:tgtEl>
                                          <p:spTgt spid="4"/>
                                        </p:tgtEl>
                                      </p:cBhvr>
                                    </p:animEffect>
                                    <p:anim calcmode="lin" valueType="num">
                                      <p:cBhvr>
                                        <p:cTn id="15"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0" dur="26">
                                          <p:stCondLst>
                                            <p:cond delay="650"/>
                                          </p:stCondLst>
                                        </p:cTn>
                                        <p:tgtEl>
                                          <p:spTgt spid="4"/>
                                        </p:tgtEl>
                                      </p:cBhvr>
                                      <p:to x="100000" y="60000"/>
                                    </p:animScale>
                                    <p:animScale>
                                      <p:cBhvr>
                                        <p:cTn id="21" dur="166" decel="50000">
                                          <p:stCondLst>
                                            <p:cond delay="676"/>
                                          </p:stCondLst>
                                        </p:cTn>
                                        <p:tgtEl>
                                          <p:spTgt spid="4"/>
                                        </p:tgtEl>
                                      </p:cBhvr>
                                      <p:to x="100000" y="100000"/>
                                    </p:animScale>
                                    <p:animScale>
                                      <p:cBhvr>
                                        <p:cTn id="22" dur="26">
                                          <p:stCondLst>
                                            <p:cond delay="1312"/>
                                          </p:stCondLst>
                                        </p:cTn>
                                        <p:tgtEl>
                                          <p:spTgt spid="4"/>
                                        </p:tgtEl>
                                      </p:cBhvr>
                                      <p:to x="100000" y="80000"/>
                                    </p:animScale>
                                    <p:animScale>
                                      <p:cBhvr>
                                        <p:cTn id="23" dur="166" decel="50000">
                                          <p:stCondLst>
                                            <p:cond delay="1338"/>
                                          </p:stCondLst>
                                        </p:cTn>
                                        <p:tgtEl>
                                          <p:spTgt spid="4"/>
                                        </p:tgtEl>
                                      </p:cBhvr>
                                      <p:to x="100000" y="100000"/>
                                    </p:animScale>
                                    <p:animScale>
                                      <p:cBhvr>
                                        <p:cTn id="24" dur="26">
                                          <p:stCondLst>
                                            <p:cond delay="1642"/>
                                          </p:stCondLst>
                                        </p:cTn>
                                        <p:tgtEl>
                                          <p:spTgt spid="4"/>
                                        </p:tgtEl>
                                      </p:cBhvr>
                                      <p:to x="100000" y="90000"/>
                                    </p:animScale>
                                    <p:animScale>
                                      <p:cBhvr>
                                        <p:cTn id="25" dur="166" decel="50000">
                                          <p:stCondLst>
                                            <p:cond delay="1668"/>
                                          </p:stCondLst>
                                        </p:cTn>
                                        <p:tgtEl>
                                          <p:spTgt spid="4"/>
                                        </p:tgtEl>
                                      </p:cBhvr>
                                      <p:to x="100000" y="100000"/>
                                    </p:animScale>
                                    <p:animScale>
                                      <p:cBhvr>
                                        <p:cTn id="26" dur="26">
                                          <p:stCondLst>
                                            <p:cond delay="1808"/>
                                          </p:stCondLst>
                                        </p:cTn>
                                        <p:tgtEl>
                                          <p:spTgt spid="4"/>
                                        </p:tgtEl>
                                      </p:cBhvr>
                                      <p:to x="100000" y="95000"/>
                                    </p:animScale>
                                    <p:animScale>
                                      <p:cBhvr>
                                        <p:cTn id="27"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F0CCF3C-B8A0-4A7A-A540-4527EE4DA08E}"/>
              </a:ext>
            </a:extLst>
          </p:cNvPr>
          <p:cNvSpPr>
            <a:spLocks noGrp="1"/>
          </p:cNvSpPr>
          <p:nvPr>
            <p:ph type="subTitle" idx="1"/>
          </p:nvPr>
        </p:nvSpPr>
        <p:spPr>
          <a:xfrm>
            <a:off x="2218544" y="2304737"/>
            <a:ext cx="7704945" cy="2986791"/>
          </a:xfrm>
        </p:spPr>
        <p:txBody>
          <a:bodyPr/>
          <a:lstStyle/>
          <a:p>
            <a:pPr algn="l"/>
            <a:r>
              <a:rPr lang="en-IN" sz="2800" b="1" i="1" dirty="0"/>
              <a:t>So now you’ll may be thinking that</a:t>
            </a:r>
          </a:p>
          <a:p>
            <a:pPr algn="l"/>
            <a:r>
              <a:rPr lang="en-IN" sz="2800" b="1" i="1" dirty="0"/>
              <a:t>“Are there any civilizations beyond Type 3 Civilization?”</a:t>
            </a:r>
          </a:p>
          <a:p>
            <a:pPr algn="l"/>
            <a:endParaRPr lang="en-IN" sz="2800" b="1" i="1" dirty="0"/>
          </a:p>
          <a:p>
            <a:pPr algn="l"/>
            <a:r>
              <a:rPr lang="en-IN" sz="2800" b="1" i="1" dirty="0"/>
              <a:t>So the answer to this is absolutely yes </a:t>
            </a:r>
          </a:p>
          <a:p>
            <a:pPr algn="l"/>
            <a:r>
              <a:rPr lang="en-IN" sz="2800" b="1" i="1" dirty="0"/>
              <a:t>there are Civilizations beyond Type 3.</a:t>
            </a:r>
          </a:p>
        </p:txBody>
      </p:sp>
      <p:sp>
        <p:nvSpPr>
          <p:cNvPr id="3" name="Title 2">
            <a:extLst>
              <a:ext uri="{FF2B5EF4-FFF2-40B4-BE49-F238E27FC236}">
                <a16:creationId xmlns:a16="http://schemas.microsoft.com/office/drawing/2014/main" id="{A7ECFB2A-67FB-4453-B03B-A11243E6FFDE}"/>
              </a:ext>
            </a:extLst>
          </p:cNvPr>
          <p:cNvSpPr>
            <a:spLocks noGrp="1"/>
          </p:cNvSpPr>
          <p:nvPr>
            <p:ph type="title"/>
          </p:nvPr>
        </p:nvSpPr>
        <p:spPr>
          <a:xfrm>
            <a:off x="2218544" y="464696"/>
            <a:ext cx="8394492" cy="1499016"/>
          </a:xfrm>
        </p:spPr>
        <p:txBody>
          <a:bodyPr/>
          <a:lstStyle/>
          <a:p>
            <a:r>
              <a:rPr lang="en-IN" sz="4800" dirty="0"/>
              <a:t>Extensions to the original scale</a:t>
            </a:r>
          </a:p>
        </p:txBody>
      </p:sp>
    </p:spTree>
    <p:extLst>
      <p:ext uri="{BB962C8B-B14F-4D97-AF65-F5344CB8AC3E}">
        <p14:creationId xmlns:p14="http://schemas.microsoft.com/office/powerpoint/2010/main" val="62453320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circle(in)">
                                      <p:cBhvr>
                                        <p:cTn id="12" dur="20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circle(in)">
                                      <p:cBhvr>
                                        <p:cTn id="17" dur="20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circle(in)">
                                      <p:cBhvr>
                                        <p:cTn id="22" dur="20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circle(in)">
                                      <p:cBhvr>
                                        <p:cTn id="27" dur="2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EFBE419-E5EB-449F-B47D-7288317AB0AA}"/>
              </a:ext>
            </a:extLst>
          </p:cNvPr>
          <p:cNvGraphicFramePr/>
          <p:nvPr>
            <p:extLst>
              <p:ext uri="{D42A27DB-BD31-4B8C-83A1-F6EECF244321}">
                <p14:modId xmlns:p14="http://schemas.microsoft.com/office/powerpoint/2010/main" val="1800134796"/>
              </p:ext>
            </p:extLst>
          </p:nvPr>
        </p:nvGraphicFramePr>
        <p:xfrm>
          <a:off x="960000" y="2053652"/>
          <a:ext cx="10272000" cy="40646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29DB7E3C-1BB3-4B71-BCF1-FB89FEAA9C36}"/>
              </a:ext>
            </a:extLst>
          </p:cNvPr>
          <p:cNvGraphicFramePr/>
          <p:nvPr>
            <p:extLst>
              <p:ext uri="{D42A27DB-BD31-4B8C-83A1-F6EECF244321}">
                <p14:modId xmlns:p14="http://schemas.microsoft.com/office/powerpoint/2010/main" val="1186988466"/>
              </p:ext>
            </p:extLst>
          </p:nvPr>
        </p:nvGraphicFramePr>
        <p:xfrm>
          <a:off x="960000" y="739729"/>
          <a:ext cx="10272000" cy="13139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8813063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5"/>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anim calcmode="lin" valueType="num">
                                      <p:cBhvr>
                                        <p:cTn id="12" dur="2000" fill="hold"/>
                                        <p:tgtEl>
                                          <p:spTgt spid="4"/>
                                        </p:tgtEl>
                                        <p:attrNameLst>
                                          <p:attrName>ppt_w</p:attrName>
                                        </p:attrNameLst>
                                      </p:cBhvr>
                                      <p:tavLst>
                                        <p:tav tm="0" fmla="#ppt_w*sin(2.5*pi*$)">
                                          <p:val>
                                            <p:fltVal val="0"/>
                                          </p:val>
                                        </p:tav>
                                        <p:tav tm="100000">
                                          <p:val>
                                            <p:fltVal val="1"/>
                                          </p:val>
                                        </p:tav>
                                      </p:tavLst>
                                    </p:anim>
                                    <p:anim calcmode="lin" valueType="num">
                                      <p:cBhvr>
                                        <p:cTn id="13"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2E0966D8-335A-4DB9-82CC-EDC613B772A2}"/>
              </a:ext>
            </a:extLst>
          </p:cNvPr>
          <p:cNvGraphicFramePr/>
          <p:nvPr>
            <p:extLst>
              <p:ext uri="{D42A27DB-BD31-4B8C-83A1-F6EECF244321}">
                <p14:modId xmlns:p14="http://schemas.microsoft.com/office/powerpoint/2010/main" val="3275484081"/>
              </p:ext>
            </p:extLst>
          </p:nvPr>
        </p:nvGraphicFramePr>
        <p:xfrm>
          <a:off x="960000" y="2053652"/>
          <a:ext cx="10272000" cy="3597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6923551E-F1C7-4B7C-A154-70BED6B4E00B}"/>
              </a:ext>
            </a:extLst>
          </p:cNvPr>
          <p:cNvGraphicFramePr/>
          <p:nvPr>
            <p:extLst>
              <p:ext uri="{D42A27DB-BD31-4B8C-83A1-F6EECF244321}">
                <p14:modId xmlns:p14="http://schemas.microsoft.com/office/powerpoint/2010/main" val="3658627272"/>
              </p:ext>
            </p:extLst>
          </p:nvPr>
        </p:nvGraphicFramePr>
        <p:xfrm>
          <a:off x="960133" y="704538"/>
          <a:ext cx="10272000" cy="100434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7828952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8"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4D0334E2-5FD4-43B9-B4E6-F4970AE6D9C6}"/>
              </a:ext>
            </a:extLst>
          </p:cNvPr>
          <p:cNvGraphicFramePr/>
          <p:nvPr>
            <p:extLst>
              <p:ext uri="{D42A27DB-BD31-4B8C-83A1-F6EECF244321}">
                <p14:modId xmlns:p14="http://schemas.microsoft.com/office/powerpoint/2010/main" val="809587003"/>
              </p:ext>
            </p:extLst>
          </p:nvPr>
        </p:nvGraphicFramePr>
        <p:xfrm>
          <a:off x="847459" y="281354"/>
          <a:ext cx="10392627" cy="65766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283946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5C9C0-6D92-4EE5-BC5C-9133354ECEBC}"/>
              </a:ext>
            </a:extLst>
          </p:cNvPr>
          <p:cNvSpPr>
            <a:spLocks noGrp="1"/>
          </p:cNvSpPr>
          <p:nvPr>
            <p:ph type="title"/>
          </p:nvPr>
        </p:nvSpPr>
        <p:spPr/>
        <p:txBody>
          <a:bodyPr/>
          <a:lstStyle/>
          <a:p>
            <a:r>
              <a:rPr lang="en-IN" dirty="0"/>
              <a:t>Criticism</a:t>
            </a:r>
          </a:p>
        </p:txBody>
      </p:sp>
    </p:spTree>
    <p:extLst>
      <p:ext uri="{BB962C8B-B14F-4D97-AF65-F5344CB8AC3E}">
        <p14:creationId xmlns:p14="http://schemas.microsoft.com/office/powerpoint/2010/main" val="22568937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9029E12-573B-40F9-879B-9BDDF177CD27}"/>
              </a:ext>
            </a:extLst>
          </p:cNvPr>
          <p:cNvSpPr>
            <a:spLocks noGrp="1"/>
          </p:cNvSpPr>
          <p:nvPr>
            <p:ph type="subTitle" idx="1"/>
          </p:nvPr>
        </p:nvSpPr>
        <p:spPr>
          <a:xfrm>
            <a:off x="2082018" y="3429000"/>
            <a:ext cx="8342142" cy="3032400"/>
          </a:xfrm>
        </p:spPr>
        <p:txBody>
          <a:bodyPr/>
          <a:lstStyle/>
          <a:p>
            <a:pPr algn="l"/>
            <a:r>
              <a:rPr lang="en-IN" sz="2400" b="1" i="1" dirty="0"/>
              <a:t>It has been argued that, because we cannot understand advanced civilizations, we cannot predict their behaviour. Thus, the Kardashev scale may not be relevant or useful for classifying extraterrestrial civilizations. This central argument is found in the 2002 book Evolving the Alien: The Science of Extraterrestrial Life.</a:t>
            </a:r>
          </a:p>
          <a:p>
            <a:pPr algn="l"/>
            <a:endParaRPr lang="en-IN" dirty="0"/>
          </a:p>
          <a:p>
            <a:endParaRPr lang="en-IN" dirty="0"/>
          </a:p>
        </p:txBody>
      </p:sp>
      <p:sp>
        <p:nvSpPr>
          <p:cNvPr id="3" name="Title 2">
            <a:extLst>
              <a:ext uri="{FF2B5EF4-FFF2-40B4-BE49-F238E27FC236}">
                <a16:creationId xmlns:a16="http://schemas.microsoft.com/office/drawing/2014/main" id="{778939B3-C6F5-4202-A74C-A102C3DF638A}"/>
              </a:ext>
            </a:extLst>
          </p:cNvPr>
          <p:cNvSpPr>
            <a:spLocks noGrp="1"/>
          </p:cNvSpPr>
          <p:nvPr>
            <p:ph type="title"/>
          </p:nvPr>
        </p:nvSpPr>
        <p:spPr>
          <a:xfrm>
            <a:off x="2363373" y="1069144"/>
            <a:ext cx="7047914" cy="1963255"/>
          </a:xfrm>
        </p:spPr>
        <p:txBody>
          <a:bodyPr/>
          <a:lstStyle/>
          <a:p>
            <a:pPr algn="ctr"/>
            <a:r>
              <a:rPr lang="en-IN" dirty="0"/>
              <a:t>Criticism</a:t>
            </a:r>
          </a:p>
        </p:txBody>
      </p:sp>
    </p:spTree>
    <p:extLst>
      <p:ext uri="{BB962C8B-B14F-4D97-AF65-F5344CB8AC3E}">
        <p14:creationId xmlns:p14="http://schemas.microsoft.com/office/powerpoint/2010/main" val="138147730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wheel(1)">
                                      <p:cBhvr>
                                        <p:cTn id="14" dur="2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58B54-7743-4D70-87E1-0AFF83D00395}"/>
              </a:ext>
            </a:extLst>
          </p:cNvPr>
          <p:cNvSpPr>
            <a:spLocks noGrp="1"/>
          </p:cNvSpPr>
          <p:nvPr>
            <p:ph type="title"/>
          </p:nvPr>
        </p:nvSpPr>
        <p:spPr/>
        <p:txBody>
          <a:bodyPr/>
          <a:lstStyle/>
          <a:p>
            <a:r>
              <a:rPr lang="en-IN" dirty="0"/>
              <a:t>Reference</a:t>
            </a:r>
          </a:p>
        </p:txBody>
      </p:sp>
      <p:sp>
        <p:nvSpPr>
          <p:cNvPr id="3" name="Text Placeholder 2">
            <a:extLst>
              <a:ext uri="{FF2B5EF4-FFF2-40B4-BE49-F238E27FC236}">
                <a16:creationId xmlns:a16="http://schemas.microsoft.com/office/drawing/2014/main" id="{46A60DFC-11C0-4353-AF97-5AB1D7DEC5D3}"/>
              </a:ext>
            </a:extLst>
          </p:cNvPr>
          <p:cNvSpPr>
            <a:spLocks noGrp="1"/>
          </p:cNvSpPr>
          <p:nvPr>
            <p:ph type="body" idx="1"/>
          </p:nvPr>
        </p:nvSpPr>
        <p:spPr>
          <a:xfrm>
            <a:off x="415600" y="4340933"/>
            <a:ext cx="11360800" cy="2186476"/>
          </a:xfrm>
        </p:spPr>
        <p:txBody>
          <a:bodyPr/>
          <a:lstStyle/>
          <a:p>
            <a:r>
              <a:rPr lang="en-IN" dirty="0">
                <a:hlinkClick r:id="rId2"/>
              </a:rPr>
              <a:t>https://en.wikipedia.org/wiki/Kardashev_scale</a:t>
            </a:r>
            <a:endParaRPr lang="en-IN" dirty="0"/>
          </a:p>
          <a:p>
            <a:r>
              <a:rPr lang="en-IN" dirty="0"/>
              <a:t>https://futurism.com/false-coloring</a:t>
            </a:r>
          </a:p>
        </p:txBody>
      </p:sp>
    </p:spTree>
    <p:extLst>
      <p:ext uri="{BB962C8B-B14F-4D97-AF65-F5344CB8AC3E}">
        <p14:creationId xmlns:p14="http://schemas.microsoft.com/office/powerpoint/2010/main" val="269361783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anim calcmode="lin" valueType="num">
                                      <p:cBhvr>
                                        <p:cTn id="13"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5"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2000"/>
                                        <p:tgtEl>
                                          <p:spTgt spid="3">
                                            <p:txEl>
                                              <p:pRg st="1" end="1"/>
                                            </p:txEl>
                                          </p:spTgt>
                                        </p:tgtEl>
                                      </p:cBhvr>
                                    </p:animEffect>
                                    <p:anim calcmode="lin" valueType="num">
                                      <p:cBhvr>
                                        <p:cTn id="20"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21"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049EBEE-7673-4CA6-84D1-44573E7C78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476"/>
            <a:ext cx="12192001" cy="6825880"/>
          </a:xfrm>
          <a:prstGeom prst="rect">
            <a:avLst/>
          </a:prstGeom>
        </p:spPr>
      </p:pic>
      <p:sp>
        <p:nvSpPr>
          <p:cNvPr id="24" name="TextBox 23">
            <a:extLst>
              <a:ext uri="{FF2B5EF4-FFF2-40B4-BE49-F238E27FC236}">
                <a16:creationId xmlns:a16="http://schemas.microsoft.com/office/drawing/2014/main" id="{E2F4F0F8-818E-42C8-A7AC-14DE14EAEB8F}"/>
              </a:ext>
            </a:extLst>
          </p:cNvPr>
          <p:cNvSpPr txBox="1"/>
          <p:nvPr/>
        </p:nvSpPr>
        <p:spPr>
          <a:xfrm>
            <a:off x="548640" y="506437"/>
            <a:ext cx="7371471" cy="646331"/>
          </a:xfrm>
          <a:prstGeom prst="rect">
            <a:avLst/>
          </a:prstGeom>
          <a:noFill/>
        </p:spPr>
        <p:txBody>
          <a:bodyPr wrap="square" rtlCol="0">
            <a:spAutoFit/>
          </a:bodyPr>
          <a:lstStyle/>
          <a:p>
            <a:r>
              <a:rPr lang="en-IN" sz="3600" dirty="0">
                <a:solidFill>
                  <a:schemeClr val="accent4"/>
                </a:solidFill>
              </a:rPr>
              <a:t>Thanks for watching….</a:t>
            </a:r>
          </a:p>
        </p:txBody>
      </p:sp>
    </p:spTree>
    <p:extLst>
      <p:ext uri="{BB962C8B-B14F-4D97-AF65-F5344CB8AC3E}">
        <p14:creationId xmlns:p14="http://schemas.microsoft.com/office/powerpoint/2010/main" val="16209099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style.rotation</p:attrName>
                                        </p:attrNameLst>
                                      </p:cBhvr>
                                      <p:tavLst>
                                        <p:tav tm="0">
                                          <p:val>
                                            <p:fltVal val="90"/>
                                          </p:val>
                                        </p:tav>
                                        <p:tav tm="100000">
                                          <p:val>
                                            <p:fltVal val="0"/>
                                          </p:val>
                                        </p:tav>
                                      </p:tavLst>
                                    </p:anim>
                                    <p:animEffect transition="in" filter="fade">
                                      <p:cBhvr>
                                        <p:cTn id="10" dur="10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80">
                                          <p:stCondLst>
                                            <p:cond delay="0"/>
                                          </p:stCondLst>
                                        </p:cTn>
                                        <p:tgtEl>
                                          <p:spTgt spid="24"/>
                                        </p:tgtEl>
                                      </p:cBhvr>
                                    </p:animEffect>
                                    <p:anim calcmode="lin" valueType="num">
                                      <p:cBhvr>
                                        <p:cTn id="16"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21" dur="26">
                                          <p:stCondLst>
                                            <p:cond delay="650"/>
                                          </p:stCondLst>
                                        </p:cTn>
                                        <p:tgtEl>
                                          <p:spTgt spid="24"/>
                                        </p:tgtEl>
                                      </p:cBhvr>
                                      <p:to x="100000" y="60000"/>
                                    </p:animScale>
                                    <p:animScale>
                                      <p:cBhvr>
                                        <p:cTn id="22" dur="166" decel="50000">
                                          <p:stCondLst>
                                            <p:cond delay="676"/>
                                          </p:stCondLst>
                                        </p:cTn>
                                        <p:tgtEl>
                                          <p:spTgt spid="24"/>
                                        </p:tgtEl>
                                      </p:cBhvr>
                                      <p:to x="100000" y="100000"/>
                                    </p:animScale>
                                    <p:animScale>
                                      <p:cBhvr>
                                        <p:cTn id="23" dur="26">
                                          <p:stCondLst>
                                            <p:cond delay="1312"/>
                                          </p:stCondLst>
                                        </p:cTn>
                                        <p:tgtEl>
                                          <p:spTgt spid="24"/>
                                        </p:tgtEl>
                                      </p:cBhvr>
                                      <p:to x="100000" y="80000"/>
                                    </p:animScale>
                                    <p:animScale>
                                      <p:cBhvr>
                                        <p:cTn id="24" dur="166" decel="50000">
                                          <p:stCondLst>
                                            <p:cond delay="1338"/>
                                          </p:stCondLst>
                                        </p:cTn>
                                        <p:tgtEl>
                                          <p:spTgt spid="24"/>
                                        </p:tgtEl>
                                      </p:cBhvr>
                                      <p:to x="100000" y="100000"/>
                                    </p:animScale>
                                    <p:animScale>
                                      <p:cBhvr>
                                        <p:cTn id="25" dur="26">
                                          <p:stCondLst>
                                            <p:cond delay="1642"/>
                                          </p:stCondLst>
                                        </p:cTn>
                                        <p:tgtEl>
                                          <p:spTgt spid="24"/>
                                        </p:tgtEl>
                                      </p:cBhvr>
                                      <p:to x="100000" y="90000"/>
                                    </p:animScale>
                                    <p:animScale>
                                      <p:cBhvr>
                                        <p:cTn id="26" dur="166" decel="50000">
                                          <p:stCondLst>
                                            <p:cond delay="1668"/>
                                          </p:stCondLst>
                                        </p:cTn>
                                        <p:tgtEl>
                                          <p:spTgt spid="24"/>
                                        </p:tgtEl>
                                      </p:cBhvr>
                                      <p:to x="100000" y="100000"/>
                                    </p:animScale>
                                    <p:animScale>
                                      <p:cBhvr>
                                        <p:cTn id="27" dur="26">
                                          <p:stCondLst>
                                            <p:cond delay="1808"/>
                                          </p:stCondLst>
                                        </p:cTn>
                                        <p:tgtEl>
                                          <p:spTgt spid="24"/>
                                        </p:tgtEl>
                                      </p:cBhvr>
                                      <p:to x="100000" y="95000"/>
                                    </p:animScale>
                                    <p:animScale>
                                      <p:cBhvr>
                                        <p:cTn id="28" dur="166" decel="50000">
                                          <p:stCondLst>
                                            <p:cond delay="1834"/>
                                          </p:stCondLst>
                                        </p:cTn>
                                        <p:tgtEl>
                                          <p:spTgt spid="2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 Tech Agency by Slidesgo</Template>
  <TotalTime>210</TotalTime>
  <Words>2079</Words>
  <Application>Microsoft Office PowerPoint</Application>
  <PresentationFormat>Widescreen</PresentationFormat>
  <Paragraphs>73</Paragraphs>
  <Slides>28</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Advent Pro Light</vt:lpstr>
      <vt:lpstr>Anton</vt:lpstr>
      <vt:lpstr>Arial</vt:lpstr>
      <vt:lpstr>Fira Sans Condensed</vt:lpstr>
      <vt:lpstr>Fira Sans Condensed Light</vt:lpstr>
      <vt:lpstr>Josefin Slab</vt:lpstr>
      <vt:lpstr>Proxima Nova</vt:lpstr>
      <vt:lpstr>Proxima Nova Semibold</vt:lpstr>
      <vt:lpstr>Rajdhani</vt:lpstr>
      <vt:lpstr>Ai Tech Agency by Slidesgo</vt:lpstr>
      <vt:lpstr>Slidesgo Final Pages</vt:lpstr>
      <vt:lpstr>The Future of Mankind !</vt:lpstr>
      <vt:lpstr>PowerPoint Presentation</vt:lpstr>
      <vt:lpstr>PowerPoint Presentation</vt:lpstr>
      <vt:lpstr>PowerPoint Presentation</vt:lpstr>
      <vt:lpstr>PowerPoint Presentation</vt:lpstr>
      <vt:lpstr>Type 1 Civilization</vt:lpstr>
      <vt:lpstr>PowerPoint Presentation</vt:lpstr>
      <vt:lpstr>Type 2 Civilization </vt:lpstr>
      <vt:lpstr>PowerPoint Presentation</vt:lpstr>
      <vt:lpstr>Type 3 Civilization </vt:lpstr>
      <vt:lpstr>PowerPoint Presentation</vt:lpstr>
      <vt:lpstr>Energy development</vt:lpstr>
      <vt:lpstr>PowerPoint Presentation</vt:lpstr>
      <vt:lpstr>PowerPoint Presentation</vt:lpstr>
      <vt:lpstr>PowerPoint Presentation</vt:lpstr>
      <vt:lpstr>PowerPoint Presentation</vt:lpstr>
      <vt:lpstr>PowerPoint Presentation</vt:lpstr>
      <vt:lpstr>So now you’ll must be thinking that “where is the evidence?” Right  Now see the Evidence!</vt:lpstr>
      <vt:lpstr>Observational    evidence</vt:lpstr>
      <vt:lpstr>PowerPoint Presentation</vt:lpstr>
      <vt:lpstr>Extensions to the original scale</vt:lpstr>
      <vt:lpstr>PowerPoint Presentation</vt:lpstr>
      <vt:lpstr>PowerPoint Presentation</vt:lpstr>
      <vt:lpstr>PowerPoint Presentation</vt:lpstr>
      <vt:lpstr>Criticism</vt:lpstr>
      <vt:lpstr>Criticism</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Mankind!</dc:title>
  <dc:creator>Kamalakar Chaudhari</dc:creator>
  <cp:lastModifiedBy>Kamalakar Chaudhari</cp:lastModifiedBy>
  <cp:revision>23</cp:revision>
  <dcterms:created xsi:type="dcterms:W3CDTF">2020-10-13T17:16:53Z</dcterms:created>
  <dcterms:modified xsi:type="dcterms:W3CDTF">2020-10-15T18:03:20Z</dcterms:modified>
</cp:coreProperties>
</file>